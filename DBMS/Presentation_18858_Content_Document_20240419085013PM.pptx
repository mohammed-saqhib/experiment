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ink/ink4.xml" ContentType="application/inkml+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4"/>
  </p:notesMasterIdLst>
  <p:sldIdLst>
    <p:sldId id="316" r:id="rId2"/>
    <p:sldId id="258" r:id="rId3"/>
    <p:sldId id="259" r:id="rId4"/>
    <p:sldId id="260" r:id="rId5"/>
    <p:sldId id="261" r:id="rId6"/>
    <p:sldId id="262" r:id="rId7"/>
    <p:sldId id="263" r:id="rId8"/>
    <p:sldId id="279" r:id="rId9"/>
    <p:sldId id="280" r:id="rId10"/>
    <p:sldId id="281" r:id="rId11"/>
    <p:sldId id="282" r:id="rId12"/>
    <p:sldId id="283" r:id="rId13"/>
    <p:sldId id="284" r:id="rId14"/>
    <p:sldId id="285" r:id="rId15"/>
    <p:sldId id="286" r:id="rId16"/>
    <p:sldId id="287" r:id="rId17"/>
    <p:sldId id="289" r:id="rId18"/>
    <p:sldId id="288" r:id="rId19"/>
    <p:sldId id="290" r:id="rId20"/>
    <p:sldId id="291" r:id="rId21"/>
    <p:sldId id="314" r:id="rId22"/>
    <p:sldId id="315" r:id="rId2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5" roundtripDataSignature="AMtx7mgFNniZmhKefGf5Wh2C0fBcBUknYA=="/>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haran prakash" initials="sp" lastIdx="4" clrIdx="0">
    <p:extLst>
      <p:ext uri="{19B8F6BF-5375-455C-9EA6-DF929625EA0E}">
        <p15:presenceInfo xmlns:p15="http://schemas.microsoft.com/office/powerpoint/2012/main" userId="bc998dddebe45ee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DAD7492-A049-4AD0-AC94-6B209D0DDD7D}" v="1" dt="2024-04-18T04:27:51.983"/>
  </p1510:revLst>
</p1510:revInfo>
</file>

<file path=ppt/tableStyles.xml><?xml version="1.0" encoding="utf-8"?>
<a:tblStyleLst xmlns:a="http://schemas.openxmlformats.org/drawingml/2006/main" def="{97450010-1B03-41FE-BF6F-0C408CD2FB8C}">
  <a:tblStyle styleId="{97450010-1B03-41FE-BF6F-0C408CD2FB8C}"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a:tcStyle>
        <a:tcBdr/>
        <a:fill>
          <a:solidFill>
            <a:srgbClr val="D0DEEF"/>
          </a:solidFill>
        </a:fill>
      </a:tcStyle>
    </a:band1H>
    <a:band2H>
      <a:tcTxStyle/>
      <a:tcStyle>
        <a:tcBdr/>
      </a:tcStyle>
    </a:band2H>
    <a:band1V>
      <a:tcTxStyle/>
      <a:tcStyle>
        <a:tcBdr/>
        <a:fill>
          <a:solidFill>
            <a:srgbClr val="D0DEEF"/>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72"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slide" Target="slides/slide20.xml"/><Relationship Id="rId68"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67" Type="http://schemas.openxmlformats.org/officeDocument/2006/relationships/presProps" Target="presProps.xml"/><Relationship Id="rId71"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66"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65"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6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iyankarukesh@gmail.com" userId="c25336cf216f5b14" providerId="LiveId" clId="{ADAD7492-A049-4AD0-AC94-6B209D0DDD7D}"/>
    <pc:docChg chg="custSel delSld modSld">
      <pc:chgData name="priyankarukesh@gmail.com" userId="c25336cf216f5b14" providerId="LiveId" clId="{ADAD7492-A049-4AD0-AC94-6B209D0DDD7D}" dt="2024-04-18T05:38:12.419" v="69" actId="20577"/>
      <pc:docMkLst>
        <pc:docMk/>
      </pc:docMkLst>
      <pc:sldChg chg="modSp mod">
        <pc:chgData name="priyankarukesh@gmail.com" userId="c25336cf216f5b14" providerId="LiveId" clId="{ADAD7492-A049-4AD0-AC94-6B209D0DDD7D}" dt="2024-04-18T04:07:46.953" v="3" actId="20577"/>
        <pc:sldMkLst>
          <pc:docMk/>
          <pc:sldMk cId="0" sldId="263"/>
        </pc:sldMkLst>
        <pc:graphicFrameChg chg="modGraphic">
          <ac:chgData name="priyankarukesh@gmail.com" userId="c25336cf216f5b14" providerId="LiveId" clId="{ADAD7492-A049-4AD0-AC94-6B209D0DDD7D}" dt="2024-04-18T04:07:46.953" v="3" actId="20577"/>
          <ac:graphicFrameMkLst>
            <pc:docMk/>
            <pc:sldMk cId="0" sldId="263"/>
            <ac:graphicFrameMk id="158" creationId="{00000000-0000-0000-0000-000000000000}"/>
          </ac:graphicFrameMkLst>
        </pc:graphicFrameChg>
      </pc:sldChg>
      <pc:sldChg chg="addSp delSp modSp del mod">
        <pc:chgData name="priyankarukesh@gmail.com" userId="c25336cf216f5b14" providerId="LiveId" clId="{ADAD7492-A049-4AD0-AC94-6B209D0DDD7D}" dt="2024-04-18T04:12:28.862" v="6" actId="2696"/>
        <pc:sldMkLst>
          <pc:docMk/>
          <pc:sldMk cId="0" sldId="264"/>
        </pc:sldMkLst>
        <pc:spChg chg="add mod">
          <ac:chgData name="priyankarukesh@gmail.com" userId="c25336cf216f5b14" providerId="LiveId" clId="{ADAD7492-A049-4AD0-AC94-6B209D0DDD7D}" dt="2024-04-18T04:11:42.489" v="5" actId="21"/>
          <ac:spMkLst>
            <pc:docMk/>
            <pc:sldMk cId="0" sldId="264"/>
            <ac:spMk id="3" creationId="{2FE311FD-5BBC-8345-4F8C-D50871FD112E}"/>
          </ac:spMkLst>
        </pc:spChg>
        <pc:spChg chg="mod">
          <ac:chgData name="priyankarukesh@gmail.com" userId="c25336cf216f5b14" providerId="LiveId" clId="{ADAD7492-A049-4AD0-AC94-6B209D0DDD7D}" dt="2024-04-18T04:11:32.649" v="4" actId="21"/>
          <ac:spMkLst>
            <pc:docMk/>
            <pc:sldMk cId="0" sldId="264"/>
            <ac:spMk id="164" creationId="{00000000-0000-0000-0000-000000000000}"/>
          </ac:spMkLst>
        </pc:spChg>
        <pc:picChg chg="del">
          <ac:chgData name="priyankarukesh@gmail.com" userId="c25336cf216f5b14" providerId="LiveId" clId="{ADAD7492-A049-4AD0-AC94-6B209D0DDD7D}" dt="2024-04-18T04:11:42.489" v="5" actId="21"/>
          <ac:picMkLst>
            <pc:docMk/>
            <pc:sldMk cId="0" sldId="264"/>
            <ac:picMk id="165" creationId="{00000000-0000-0000-0000-000000000000}"/>
          </ac:picMkLst>
        </pc:picChg>
      </pc:sldChg>
      <pc:sldChg chg="addSp delSp modSp del mod">
        <pc:chgData name="priyankarukesh@gmail.com" userId="c25336cf216f5b14" providerId="LiveId" clId="{ADAD7492-A049-4AD0-AC94-6B209D0DDD7D}" dt="2024-04-18T04:44:18.053" v="44" actId="2696"/>
        <pc:sldMkLst>
          <pc:docMk/>
          <pc:sldMk cId="0" sldId="265"/>
        </pc:sldMkLst>
        <pc:spChg chg="add del mod">
          <ac:chgData name="priyankarukesh@gmail.com" userId="c25336cf216f5b14" providerId="LiveId" clId="{ADAD7492-A049-4AD0-AC94-6B209D0DDD7D}" dt="2024-04-18T04:25:06.368" v="8" actId="478"/>
          <ac:spMkLst>
            <pc:docMk/>
            <pc:sldMk cId="0" sldId="265"/>
            <ac:spMk id="3" creationId="{C6BA64A6-7A46-7D9D-6B86-CAE3EF1C1289}"/>
          </ac:spMkLst>
        </pc:spChg>
        <pc:graphicFrameChg chg="modGraphic">
          <ac:chgData name="priyankarukesh@gmail.com" userId="c25336cf216f5b14" providerId="LiveId" clId="{ADAD7492-A049-4AD0-AC94-6B209D0DDD7D}" dt="2024-04-18T04:25:12.096" v="9" actId="21"/>
          <ac:graphicFrameMkLst>
            <pc:docMk/>
            <pc:sldMk cId="0" sldId="265"/>
            <ac:graphicFrameMk id="172" creationId="{00000000-0000-0000-0000-000000000000}"/>
          </ac:graphicFrameMkLst>
        </pc:graphicFrameChg>
        <pc:graphicFrameChg chg="del">
          <ac:chgData name="priyankarukesh@gmail.com" userId="c25336cf216f5b14" providerId="LiveId" clId="{ADAD7492-A049-4AD0-AC94-6B209D0DDD7D}" dt="2024-04-18T04:25:36.063" v="10" actId="21"/>
          <ac:graphicFrameMkLst>
            <pc:docMk/>
            <pc:sldMk cId="0" sldId="265"/>
            <ac:graphicFrameMk id="173" creationId="{00000000-0000-0000-0000-000000000000}"/>
          </ac:graphicFrameMkLst>
        </pc:graphicFrameChg>
        <pc:graphicFrameChg chg="del">
          <ac:chgData name="priyankarukesh@gmail.com" userId="c25336cf216f5b14" providerId="LiveId" clId="{ADAD7492-A049-4AD0-AC94-6B209D0DDD7D}" dt="2024-04-18T04:26:14.257" v="11" actId="21"/>
          <ac:graphicFrameMkLst>
            <pc:docMk/>
            <pc:sldMk cId="0" sldId="265"/>
            <ac:graphicFrameMk id="174" creationId="{00000000-0000-0000-0000-000000000000}"/>
          </ac:graphicFrameMkLst>
        </pc:graphicFrameChg>
        <pc:picChg chg="del">
          <ac:chgData name="priyankarukesh@gmail.com" userId="c25336cf216f5b14" providerId="LiveId" clId="{ADAD7492-A049-4AD0-AC94-6B209D0DDD7D}" dt="2024-04-18T04:12:33.251" v="7" actId="21"/>
          <ac:picMkLst>
            <pc:docMk/>
            <pc:sldMk cId="0" sldId="265"/>
            <ac:picMk id="171" creationId="{00000000-0000-0000-0000-000000000000}"/>
          </ac:picMkLst>
        </pc:picChg>
      </pc:sldChg>
      <pc:sldChg chg="addSp delSp modSp del mod">
        <pc:chgData name="priyankarukesh@gmail.com" userId="c25336cf216f5b14" providerId="LiveId" clId="{ADAD7492-A049-4AD0-AC94-6B209D0DDD7D}" dt="2024-04-18T04:44:22.074" v="45" actId="2696"/>
        <pc:sldMkLst>
          <pc:docMk/>
          <pc:sldMk cId="0" sldId="266"/>
        </pc:sldMkLst>
        <pc:spChg chg="add mod">
          <ac:chgData name="priyankarukesh@gmail.com" userId="c25336cf216f5b14" providerId="LiveId" clId="{ADAD7492-A049-4AD0-AC94-6B209D0DDD7D}" dt="2024-04-18T04:27:47.901" v="12" actId="21"/>
          <ac:spMkLst>
            <pc:docMk/>
            <pc:sldMk cId="0" sldId="266"/>
            <ac:spMk id="3" creationId="{138D308A-98AD-40AE-47BC-0C217290BC36}"/>
          </ac:spMkLst>
        </pc:spChg>
        <pc:picChg chg="add del mod">
          <ac:chgData name="priyankarukesh@gmail.com" userId="c25336cf216f5b14" providerId="LiveId" clId="{ADAD7492-A049-4AD0-AC94-6B209D0DDD7D}" dt="2024-04-18T04:28:00.729" v="14" actId="21"/>
          <ac:picMkLst>
            <pc:docMk/>
            <pc:sldMk cId="0" sldId="266"/>
            <ac:picMk id="4" creationId="{00000000-0000-0000-0000-000000000000}"/>
          </ac:picMkLst>
        </pc:picChg>
        <pc:picChg chg="del">
          <ac:chgData name="priyankarukesh@gmail.com" userId="c25336cf216f5b14" providerId="LiveId" clId="{ADAD7492-A049-4AD0-AC94-6B209D0DDD7D}" dt="2024-04-18T04:27:47.901" v="12" actId="21"/>
          <ac:picMkLst>
            <pc:docMk/>
            <pc:sldMk cId="0" sldId="266"/>
            <ac:picMk id="180" creationId="{00000000-0000-0000-0000-000000000000}"/>
          </ac:picMkLst>
        </pc:picChg>
      </pc:sldChg>
      <pc:sldChg chg="addSp delSp modSp del mod">
        <pc:chgData name="priyankarukesh@gmail.com" userId="c25336cf216f5b14" providerId="LiveId" clId="{ADAD7492-A049-4AD0-AC94-6B209D0DDD7D}" dt="2024-04-18T04:44:24.626" v="46" actId="2696"/>
        <pc:sldMkLst>
          <pc:docMk/>
          <pc:sldMk cId="0" sldId="267"/>
        </pc:sldMkLst>
        <pc:spChg chg="add mod">
          <ac:chgData name="priyankarukesh@gmail.com" userId="c25336cf216f5b14" providerId="LiveId" clId="{ADAD7492-A049-4AD0-AC94-6B209D0DDD7D}" dt="2024-04-18T04:28:19.829" v="15" actId="21"/>
          <ac:spMkLst>
            <pc:docMk/>
            <pc:sldMk cId="0" sldId="267"/>
            <ac:spMk id="3" creationId="{D09EBD67-F98E-8D6E-2EC6-7D418A2517C9}"/>
          </ac:spMkLst>
        </pc:spChg>
        <pc:picChg chg="del">
          <ac:chgData name="priyankarukesh@gmail.com" userId="c25336cf216f5b14" providerId="LiveId" clId="{ADAD7492-A049-4AD0-AC94-6B209D0DDD7D}" dt="2024-04-18T04:28:19.829" v="15" actId="21"/>
          <ac:picMkLst>
            <pc:docMk/>
            <pc:sldMk cId="0" sldId="267"/>
            <ac:picMk id="186" creationId="{00000000-0000-0000-0000-000000000000}"/>
          </ac:picMkLst>
        </pc:picChg>
      </pc:sldChg>
      <pc:sldChg chg="addSp delSp modSp del mod">
        <pc:chgData name="priyankarukesh@gmail.com" userId="c25336cf216f5b14" providerId="LiveId" clId="{ADAD7492-A049-4AD0-AC94-6B209D0DDD7D}" dt="2024-04-18T04:44:27.438" v="47" actId="2696"/>
        <pc:sldMkLst>
          <pc:docMk/>
          <pc:sldMk cId="0" sldId="268"/>
        </pc:sldMkLst>
        <pc:spChg chg="add mod">
          <ac:chgData name="priyankarukesh@gmail.com" userId="c25336cf216f5b14" providerId="LiveId" clId="{ADAD7492-A049-4AD0-AC94-6B209D0DDD7D}" dt="2024-04-18T04:28:37.953" v="16" actId="21"/>
          <ac:spMkLst>
            <pc:docMk/>
            <pc:sldMk cId="0" sldId="268"/>
            <ac:spMk id="3" creationId="{21A9B16C-4FE6-8B6C-235C-4C107C0F8FDD}"/>
          </ac:spMkLst>
        </pc:spChg>
        <pc:picChg chg="del">
          <ac:chgData name="priyankarukesh@gmail.com" userId="c25336cf216f5b14" providerId="LiveId" clId="{ADAD7492-A049-4AD0-AC94-6B209D0DDD7D}" dt="2024-04-18T04:28:37.953" v="16" actId="21"/>
          <ac:picMkLst>
            <pc:docMk/>
            <pc:sldMk cId="0" sldId="268"/>
            <ac:picMk id="192" creationId="{00000000-0000-0000-0000-000000000000}"/>
          </ac:picMkLst>
        </pc:picChg>
      </pc:sldChg>
      <pc:sldChg chg="addSp delSp modSp del mod">
        <pc:chgData name="priyankarukesh@gmail.com" userId="c25336cf216f5b14" providerId="LiveId" clId="{ADAD7492-A049-4AD0-AC94-6B209D0DDD7D}" dt="2024-04-18T04:44:29.989" v="48" actId="2696"/>
        <pc:sldMkLst>
          <pc:docMk/>
          <pc:sldMk cId="0" sldId="269"/>
        </pc:sldMkLst>
        <pc:spChg chg="add mod">
          <ac:chgData name="priyankarukesh@gmail.com" userId="c25336cf216f5b14" providerId="LiveId" clId="{ADAD7492-A049-4AD0-AC94-6B209D0DDD7D}" dt="2024-04-18T04:29:13.882" v="17" actId="21"/>
          <ac:spMkLst>
            <pc:docMk/>
            <pc:sldMk cId="0" sldId="269"/>
            <ac:spMk id="3" creationId="{21ADB166-9A7C-FEB6-E0F3-28304DC1FF70}"/>
          </ac:spMkLst>
        </pc:spChg>
        <pc:picChg chg="del">
          <ac:chgData name="priyankarukesh@gmail.com" userId="c25336cf216f5b14" providerId="LiveId" clId="{ADAD7492-A049-4AD0-AC94-6B209D0DDD7D}" dt="2024-04-18T04:29:13.882" v="17" actId="21"/>
          <ac:picMkLst>
            <pc:docMk/>
            <pc:sldMk cId="0" sldId="269"/>
            <ac:picMk id="198" creationId="{00000000-0000-0000-0000-000000000000}"/>
          </ac:picMkLst>
        </pc:picChg>
      </pc:sldChg>
      <pc:sldChg chg="addSp delSp modSp del mod">
        <pc:chgData name="priyankarukesh@gmail.com" userId="c25336cf216f5b14" providerId="LiveId" clId="{ADAD7492-A049-4AD0-AC94-6B209D0DDD7D}" dt="2024-04-18T04:44:33.158" v="49" actId="2696"/>
        <pc:sldMkLst>
          <pc:docMk/>
          <pc:sldMk cId="0" sldId="270"/>
        </pc:sldMkLst>
        <pc:spChg chg="add mod">
          <ac:chgData name="priyankarukesh@gmail.com" userId="c25336cf216f5b14" providerId="LiveId" clId="{ADAD7492-A049-4AD0-AC94-6B209D0DDD7D}" dt="2024-04-18T04:29:40.985" v="18" actId="21"/>
          <ac:spMkLst>
            <pc:docMk/>
            <pc:sldMk cId="0" sldId="270"/>
            <ac:spMk id="3" creationId="{C90AEA2F-EFEF-1A36-0365-35CD99F97821}"/>
          </ac:spMkLst>
        </pc:spChg>
        <pc:picChg chg="del">
          <ac:chgData name="priyankarukesh@gmail.com" userId="c25336cf216f5b14" providerId="LiveId" clId="{ADAD7492-A049-4AD0-AC94-6B209D0DDD7D}" dt="2024-04-18T04:29:40.985" v="18" actId="21"/>
          <ac:picMkLst>
            <pc:docMk/>
            <pc:sldMk cId="0" sldId="270"/>
            <ac:picMk id="204" creationId="{00000000-0000-0000-0000-000000000000}"/>
          </ac:picMkLst>
        </pc:picChg>
      </pc:sldChg>
      <pc:sldChg chg="addSp delSp modSp del mod">
        <pc:chgData name="priyankarukesh@gmail.com" userId="c25336cf216f5b14" providerId="LiveId" clId="{ADAD7492-A049-4AD0-AC94-6B209D0DDD7D}" dt="2024-04-18T04:44:39.164" v="50" actId="2696"/>
        <pc:sldMkLst>
          <pc:docMk/>
          <pc:sldMk cId="0" sldId="271"/>
        </pc:sldMkLst>
        <pc:spChg chg="add mod">
          <ac:chgData name="priyankarukesh@gmail.com" userId="c25336cf216f5b14" providerId="LiveId" clId="{ADAD7492-A049-4AD0-AC94-6B209D0DDD7D}" dt="2024-04-18T04:30:07.074" v="19" actId="21"/>
          <ac:spMkLst>
            <pc:docMk/>
            <pc:sldMk cId="0" sldId="271"/>
            <ac:spMk id="3" creationId="{04095167-F227-12A8-CFCB-71FD208EE19C}"/>
          </ac:spMkLst>
        </pc:spChg>
        <pc:picChg chg="del">
          <ac:chgData name="priyankarukesh@gmail.com" userId="c25336cf216f5b14" providerId="LiveId" clId="{ADAD7492-A049-4AD0-AC94-6B209D0DDD7D}" dt="2024-04-18T04:30:07.074" v="19" actId="21"/>
          <ac:picMkLst>
            <pc:docMk/>
            <pc:sldMk cId="0" sldId="271"/>
            <ac:picMk id="210" creationId="{00000000-0000-0000-0000-000000000000}"/>
          </ac:picMkLst>
        </pc:picChg>
      </pc:sldChg>
      <pc:sldChg chg="addSp delSp modSp del mod">
        <pc:chgData name="priyankarukesh@gmail.com" userId="c25336cf216f5b14" providerId="LiveId" clId="{ADAD7492-A049-4AD0-AC94-6B209D0DDD7D}" dt="2024-04-18T04:44:41.822" v="51" actId="2696"/>
        <pc:sldMkLst>
          <pc:docMk/>
          <pc:sldMk cId="0" sldId="272"/>
        </pc:sldMkLst>
        <pc:spChg chg="add mod">
          <ac:chgData name="priyankarukesh@gmail.com" userId="c25336cf216f5b14" providerId="LiveId" clId="{ADAD7492-A049-4AD0-AC94-6B209D0DDD7D}" dt="2024-04-18T04:35:33.437" v="20" actId="21"/>
          <ac:spMkLst>
            <pc:docMk/>
            <pc:sldMk cId="0" sldId="272"/>
            <ac:spMk id="3" creationId="{05180F75-2CBF-CB0A-D9C1-E94E0D71E5A6}"/>
          </ac:spMkLst>
        </pc:spChg>
        <pc:picChg chg="del">
          <ac:chgData name="priyankarukesh@gmail.com" userId="c25336cf216f5b14" providerId="LiveId" clId="{ADAD7492-A049-4AD0-AC94-6B209D0DDD7D}" dt="2024-04-18T04:35:33.437" v="20" actId="21"/>
          <ac:picMkLst>
            <pc:docMk/>
            <pc:sldMk cId="0" sldId="272"/>
            <ac:picMk id="216" creationId="{00000000-0000-0000-0000-000000000000}"/>
          </ac:picMkLst>
        </pc:picChg>
      </pc:sldChg>
      <pc:sldChg chg="addSp delSp modSp del mod">
        <pc:chgData name="priyankarukesh@gmail.com" userId="c25336cf216f5b14" providerId="LiveId" clId="{ADAD7492-A049-4AD0-AC94-6B209D0DDD7D}" dt="2024-04-18T04:44:45.637" v="52" actId="2696"/>
        <pc:sldMkLst>
          <pc:docMk/>
          <pc:sldMk cId="0" sldId="273"/>
        </pc:sldMkLst>
        <pc:spChg chg="add mod">
          <ac:chgData name="priyankarukesh@gmail.com" userId="c25336cf216f5b14" providerId="LiveId" clId="{ADAD7492-A049-4AD0-AC94-6B209D0DDD7D}" dt="2024-04-18T04:35:59.900" v="21" actId="21"/>
          <ac:spMkLst>
            <pc:docMk/>
            <pc:sldMk cId="0" sldId="273"/>
            <ac:spMk id="3" creationId="{F693CDDE-BC95-D988-A0D2-AA6286A453A4}"/>
          </ac:spMkLst>
        </pc:spChg>
        <pc:picChg chg="del">
          <ac:chgData name="priyankarukesh@gmail.com" userId="c25336cf216f5b14" providerId="LiveId" clId="{ADAD7492-A049-4AD0-AC94-6B209D0DDD7D}" dt="2024-04-18T04:35:59.900" v="21" actId="21"/>
          <ac:picMkLst>
            <pc:docMk/>
            <pc:sldMk cId="0" sldId="273"/>
            <ac:picMk id="222" creationId="{00000000-0000-0000-0000-000000000000}"/>
          </ac:picMkLst>
        </pc:picChg>
      </pc:sldChg>
      <pc:sldChg chg="addSp delSp modSp del mod">
        <pc:chgData name="priyankarukesh@gmail.com" userId="c25336cf216f5b14" providerId="LiveId" clId="{ADAD7492-A049-4AD0-AC94-6B209D0DDD7D}" dt="2024-04-18T04:44:48.803" v="53" actId="2696"/>
        <pc:sldMkLst>
          <pc:docMk/>
          <pc:sldMk cId="0" sldId="274"/>
        </pc:sldMkLst>
        <pc:spChg chg="add mod">
          <ac:chgData name="priyankarukesh@gmail.com" userId="c25336cf216f5b14" providerId="LiveId" clId="{ADAD7492-A049-4AD0-AC94-6B209D0DDD7D}" dt="2024-04-18T04:36:25.482" v="22" actId="21"/>
          <ac:spMkLst>
            <pc:docMk/>
            <pc:sldMk cId="0" sldId="274"/>
            <ac:spMk id="3" creationId="{3E7871B5-75A6-8C8F-0B68-5451B10ADFFA}"/>
          </ac:spMkLst>
        </pc:spChg>
        <pc:picChg chg="del">
          <ac:chgData name="priyankarukesh@gmail.com" userId="c25336cf216f5b14" providerId="LiveId" clId="{ADAD7492-A049-4AD0-AC94-6B209D0DDD7D}" dt="2024-04-18T04:36:25.482" v="22" actId="21"/>
          <ac:picMkLst>
            <pc:docMk/>
            <pc:sldMk cId="0" sldId="274"/>
            <ac:picMk id="228" creationId="{00000000-0000-0000-0000-000000000000}"/>
          </ac:picMkLst>
        </pc:picChg>
      </pc:sldChg>
      <pc:sldChg chg="addSp delSp modSp del mod">
        <pc:chgData name="priyankarukesh@gmail.com" userId="c25336cf216f5b14" providerId="LiveId" clId="{ADAD7492-A049-4AD0-AC94-6B209D0DDD7D}" dt="2024-04-18T04:44:51.476" v="54" actId="2696"/>
        <pc:sldMkLst>
          <pc:docMk/>
          <pc:sldMk cId="0" sldId="275"/>
        </pc:sldMkLst>
        <pc:spChg chg="add mod">
          <ac:chgData name="priyankarukesh@gmail.com" userId="c25336cf216f5b14" providerId="LiveId" clId="{ADAD7492-A049-4AD0-AC94-6B209D0DDD7D}" dt="2024-04-18T04:36:54.708" v="23" actId="21"/>
          <ac:spMkLst>
            <pc:docMk/>
            <pc:sldMk cId="0" sldId="275"/>
            <ac:spMk id="3" creationId="{9FCAAEBB-75FA-46B0-EED8-B3728834CCDC}"/>
          </ac:spMkLst>
        </pc:spChg>
        <pc:picChg chg="del">
          <ac:chgData name="priyankarukesh@gmail.com" userId="c25336cf216f5b14" providerId="LiveId" clId="{ADAD7492-A049-4AD0-AC94-6B209D0DDD7D}" dt="2024-04-18T04:36:54.708" v="23" actId="21"/>
          <ac:picMkLst>
            <pc:docMk/>
            <pc:sldMk cId="0" sldId="275"/>
            <ac:picMk id="234" creationId="{00000000-0000-0000-0000-000000000000}"/>
          </ac:picMkLst>
        </pc:picChg>
      </pc:sldChg>
      <pc:sldChg chg="addSp delSp modSp del mod">
        <pc:chgData name="priyankarukesh@gmail.com" userId="c25336cf216f5b14" providerId="LiveId" clId="{ADAD7492-A049-4AD0-AC94-6B209D0DDD7D}" dt="2024-04-18T04:44:54.029" v="55" actId="2696"/>
        <pc:sldMkLst>
          <pc:docMk/>
          <pc:sldMk cId="0" sldId="276"/>
        </pc:sldMkLst>
        <pc:spChg chg="add mod">
          <ac:chgData name="priyankarukesh@gmail.com" userId="c25336cf216f5b14" providerId="LiveId" clId="{ADAD7492-A049-4AD0-AC94-6B209D0DDD7D}" dt="2024-04-18T04:37:18.803" v="24" actId="21"/>
          <ac:spMkLst>
            <pc:docMk/>
            <pc:sldMk cId="0" sldId="276"/>
            <ac:spMk id="3" creationId="{9467DEFC-8D05-B374-F841-DA648BEC1BDC}"/>
          </ac:spMkLst>
        </pc:spChg>
        <pc:picChg chg="del">
          <ac:chgData name="priyankarukesh@gmail.com" userId="c25336cf216f5b14" providerId="LiveId" clId="{ADAD7492-A049-4AD0-AC94-6B209D0DDD7D}" dt="2024-04-18T04:37:18.803" v="24" actId="21"/>
          <ac:picMkLst>
            <pc:docMk/>
            <pc:sldMk cId="0" sldId="276"/>
            <ac:picMk id="240" creationId="{00000000-0000-0000-0000-000000000000}"/>
          </ac:picMkLst>
        </pc:picChg>
      </pc:sldChg>
      <pc:sldChg chg="addSp delSp modSp del mod">
        <pc:chgData name="priyankarukesh@gmail.com" userId="c25336cf216f5b14" providerId="LiveId" clId="{ADAD7492-A049-4AD0-AC94-6B209D0DDD7D}" dt="2024-04-18T04:44:56.379" v="56" actId="2696"/>
        <pc:sldMkLst>
          <pc:docMk/>
          <pc:sldMk cId="0" sldId="277"/>
        </pc:sldMkLst>
        <pc:spChg chg="add mod">
          <ac:chgData name="priyankarukesh@gmail.com" userId="c25336cf216f5b14" providerId="LiveId" clId="{ADAD7492-A049-4AD0-AC94-6B209D0DDD7D}" dt="2024-04-18T04:37:44.536" v="25" actId="21"/>
          <ac:spMkLst>
            <pc:docMk/>
            <pc:sldMk cId="0" sldId="277"/>
            <ac:spMk id="3" creationId="{89840208-9633-1A84-4714-1077A8A2E190}"/>
          </ac:spMkLst>
        </pc:spChg>
        <pc:picChg chg="del">
          <ac:chgData name="priyankarukesh@gmail.com" userId="c25336cf216f5b14" providerId="LiveId" clId="{ADAD7492-A049-4AD0-AC94-6B209D0DDD7D}" dt="2024-04-18T04:37:44.536" v="25" actId="21"/>
          <ac:picMkLst>
            <pc:docMk/>
            <pc:sldMk cId="0" sldId="277"/>
            <ac:picMk id="246" creationId="{00000000-0000-0000-0000-000000000000}"/>
          </ac:picMkLst>
        </pc:picChg>
      </pc:sldChg>
      <pc:sldChg chg="addSp delSp modSp del mod">
        <pc:chgData name="priyankarukesh@gmail.com" userId="c25336cf216f5b14" providerId="LiveId" clId="{ADAD7492-A049-4AD0-AC94-6B209D0DDD7D}" dt="2024-04-18T04:44:59.065" v="57" actId="2696"/>
        <pc:sldMkLst>
          <pc:docMk/>
          <pc:sldMk cId="0" sldId="278"/>
        </pc:sldMkLst>
        <pc:spChg chg="add mod">
          <ac:chgData name="priyankarukesh@gmail.com" userId="c25336cf216f5b14" providerId="LiveId" clId="{ADAD7492-A049-4AD0-AC94-6B209D0DDD7D}" dt="2024-04-18T04:38:09.471" v="26" actId="21"/>
          <ac:spMkLst>
            <pc:docMk/>
            <pc:sldMk cId="0" sldId="278"/>
            <ac:spMk id="3" creationId="{10E69CAD-2719-4125-52CA-1FA85C5FF688}"/>
          </ac:spMkLst>
        </pc:spChg>
        <pc:picChg chg="del">
          <ac:chgData name="priyankarukesh@gmail.com" userId="c25336cf216f5b14" providerId="LiveId" clId="{ADAD7492-A049-4AD0-AC94-6B209D0DDD7D}" dt="2024-04-18T04:38:09.471" v="26" actId="21"/>
          <ac:picMkLst>
            <pc:docMk/>
            <pc:sldMk cId="0" sldId="278"/>
            <ac:picMk id="252" creationId="{00000000-0000-0000-0000-000000000000}"/>
          </ac:picMkLst>
        </pc:picChg>
      </pc:sldChg>
      <pc:sldChg chg="modSp mod">
        <pc:chgData name="priyankarukesh@gmail.com" userId="c25336cf216f5b14" providerId="LiveId" clId="{ADAD7492-A049-4AD0-AC94-6B209D0DDD7D}" dt="2024-04-18T04:54:50.942" v="59" actId="255"/>
        <pc:sldMkLst>
          <pc:docMk/>
          <pc:sldMk cId="0" sldId="284"/>
        </pc:sldMkLst>
        <pc:spChg chg="mod">
          <ac:chgData name="priyankarukesh@gmail.com" userId="c25336cf216f5b14" providerId="LiveId" clId="{ADAD7492-A049-4AD0-AC94-6B209D0DDD7D}" dt="2024-04-18T04:54:50.942" v="59" actId="255"/>
          <ac:spMkLst>
            <pc:docMk/>
            <pc:sldMk cId="0" sldId="284"/>
            <ac:spMk id="293" creationId="{00000000-0000-0000-0000-000000000000}"/>
          </ac:spMkLst>
        </pc:spChg>
      </pc:sldChg>
      <pc:sldChg chg="modSp mod">
        <pc:chgData name="priyankarukesh@gmail.com" userId="c25336cf216f5b14" providerId="LiveId" clId="{ADAD7492-A049-4AD0-AC94-6B209D0DDD7D}" dt="2024-04-18T05:15:56.647" v="67" actId="20577"/>
        <pc:sldMkLst>
          <pc:docMk/>
          <pc:sldMk cId="0" sldId="291"/>
        </pc:sldMkLst>
        <pc:spChg chg="mod">
          <ac:chgData name="priyankarukesh@gmail.com" userId="c25336cf216f5b14" providerId="LiveId" clId="{ADAD7492-A049-4AD0-AC94-6B209D0DDD7D}" dt="2024-04-18T05:15:56.647" v="67" actId="20577"/>
          <ac:spMkLst>
            <pc:docMk/>
            <pc:sldMk cId="0" sldId="291"/>
            <ac:spMk id="3" creationId="{718F854B-8894-E2F3-7ADC-A8AA6893D003}"/>
          </ac:spMkLst>
        </pc:spChg>
      </pc:sldChg>
      <pc:sldChg chg="delSp modSp del mod">
        <pc:chgData name="priyankarukesh@gmail.com" userId="c25336cf216f5b14" providerId="LiveId" clId="{ADAD7492-A049-4AD0-AC94-6B209D0DDD7D}" dt="2024-04-18T04:44:07.073" v="43" actId="2696"/>
        <pc:sldMkLst>
          <pc:docMk/>
          <pc:sldMk cId="0" sldId="292"/>
        </pc:sldMkLst>
        <pc:spChg chg="mod">
          <ac:chgData name="priyankarukesh@gmail.com" userId="c25336cf216f5b14" providerId="LiveId" clId="{ADAD7492-A049-4AD0-AC94-6B209D0DDD7D}" dt="2024-04-18T04:39:34.326" v="27" actId="21"/>
          <ac:spMkLst>
            <pc:docMk/>
            <pc:sldMk cId="0" sldId="292"/>
            <ac:spMk id="339" creationId="{00000000-0000-0000-0000-000000000000}"/>
          </ac:spMkLst>
        </pc:spChg>
        <pc:spChg chg="del mod">
          <ac:chgData name="priyankarukesh@gmail.com" userId="c25336cf216f5b14" providerId="LiveId" clId="{ADAD7492-A049-4AD0-AC94-6B209D0DDD7D}" dt="2024-04-18T04:39:59.860" v="30"/>
          <ac:spMkLst>
            <pc:docMk/>
            <pc:sldMk cId="0" sldId="292"/>
            <ac:spMk id="340" creationId="{00000000-0000-0000-0000-000000000000}"/>
          </ac:spMkLst>
        </pc:spChg>
      </pc:sldChg>
      <pc:sldChg chg="addSp delSp modSp del mod">
        <pc:chgData name="priyankarukesh@gmail.com" userId="c25336cf216f5b14" providerId="LiveId" clId="{ADAD7492-A049-4AD0-AC94-6B209D0DDD7D}" dt="2024-04-18T04:44:02.863" v="42" actId="2696"/>
        <pc:sldMkLst>
          <pc:docMk/>
          <pc:sldMk cId="0" sldId="293"/>
        </pc:sldMkLst>
        <pc:spChg chg="add mod">
          <ac:chgData name="priyankarukesh@gmail.com" userId="c25336cf216f5b14" providerId="LiveId" clId="{ADAD7492-A049-4AD0-AC94-6B209D0DDD7D}" dt="2024-04-18T04:40:14.135" v="31" actId="21"/>
          <ac:spMkLst>
            <pc:docMk/>
            <pc:sldMk cId="0" sldId="293"/>
            <ac:spMk id="3" creationId="{FF8D3557-9F1F-531C-FE20-3FD649F7AEB4}"/>
          </ac:spMkLst>
        </pc:spChg>
        <pc:spChg chg="del">
          <ac:chgData name="priyankarukesh@gmail.com" userId="c25336cf216f5b14" providerId="LiveId" clId="{ADAD7492-A049-4AD0-AC94-6B209D0DDD7D}" dt="2024-04-18T04:40:14.135" v="31" actId="21"/>
          <ac:spMkLst>
            <pc:docMk/>
            <pc:sldMk cId="0" sldId="293"/>
            <ac:spMk id="345" creationId="{00000000-0000-0000-0000-000000000000}"/>
          </ac:spMkLst>
        </pc:spChg>
        <pc:spChg chg="del">
          <ac:chgData name="priyankarukesh@gmail.com" userId="c25336cf216f5b14" providerId="LiveId" clId="{ADAD7492-A049-4AD0-AC94-6B209D0DDD7D}" dt="2024-04-18T04:40:14.135" v="31" actId="21"/>
          <ac:spMkLst>
            <pc:docMk/>
            <pc:sldMk cId="0" sldId="293"/>
            <ac:spMk id="346" creationId="{00000000-0000-0000-0000-000000000000}"/>
          </ac:spMkLst>
        </pc:spChg>
      </pc:sldChg>
      <pc:sldChg chg="addSp delSp modSp del mod">
        <pc:chgData name="priyankarukesh@gmail.com" userId="c25336cf216f5b14" providerId="LiveId" clId="{ADAD7492-A049-4AD0-AC94-6B209D0DDD7D}" dt="2024-04-18T04:43:59.499" v="41" actId="2696"/>
        <pc:sldMkLst>
          <pc:docMk/>
          <pc:sldMk cId="0" sldId="294"/>
        </pc:sldMkLst>
        <pc:spChg chg="add mod">
          <ac:chgData name="priyankarukesh@gmail.com" userId="c25336cf216f5b14" providerId="LiveId" clId="{ADAD7492-A049-4AD0-AC94-6B209D0DDD7D}" dt="2024-04-18T04:41:46.480" v="32" actId="21"/>
          <ac:spMkLst>
            <pc:docMk/>
            <pc:sldMk cId="0" sldId="294"/>
            <ac:spMk id="3" creationId="{9C121E1C-9B1A-5016-E4FD-2AA9F612538E}"/>
          </ac:spMkLst>
        </pc:spChg>
        <pc:spChg chg="del">
          <ac:chgData name="priyankarukesh@gmail.com" userId="c25336cf216f5b14" providerId="LiveId" clId="{ADAD7492-A049-4AD0-AC94-6B209D0DDD7D}" dt="2024-04-18T04:41:46.480" v="32" actId="21"/>
          <ac:spMkLst>
            <pc:docMk/>
            <pc:sldMk cId="0" sldId="294"/>
            <ac:spMk id="351" creationId="{00000000-0000-0000-0000-000000000000}"/>
          </ac:spMkLst>
        </pc:spChg>
        <pc:spChg chg="del">
          <ac:chgData name="priyankarukesh@gmail.com" userId="c25336cf216f5b14" providerId="LiveId" clId="{ADAD7492-A049-4AD0-AC94-6B209D0DDD7D}" dt="2024-04-18T04:41:46.480" v="32" actId="21"/>
          <ac:spMkLst>
            <pc:docMk/>
            <pc:sldMk cId="0" sldId="294"/>
            <ac:spMk id="352" creationId="{00000000-0000-0000-0000-000000000000}"/>
          </ac:spMkLst>
        </pc:spChg>
      </pc:sldChg>
      <pc:sldChg chg="addSp delSp modSp del mod">
        <pc:chgData name="priyankarukesh@gmail.com" userId="c25336cf216f5b14" providerId="LiveId" clId="{ADAD7492-A049-4AD0-AC94-6B209D0DDD7D}" dt="2024-04-18T04:43:57.039" v="40" actId="2696"/>
        <pc:sldMkLst>
          <pc:docMk/>
          <pc:sldMk cId="0" sldId="295"/>
        </pc:sldMkLst>
        <pc:spChg chg="add mod">
          <ac:chgData name="priyankarukesh@gmail.com" userId="c25336cf216f5b14" providerId="LiveId" clId="{ADAD7492-A049-4AD0-AC94-6B209D0DDD7D}" dt="2024-04-18T04:42:09.089" v="33" actId="21"/>
          <ac:spMkLst>
            <pc:docMk/>
            <pc:sldMk cId="0" sldId="295"/>
            <ac:spMk id="3" creationId="{C089ADC2-E9B0-717F-5466-7ECB54079FC0}"/>
          </ac:spMkLst>
        </pc:spChg>
        <pc:spChg chg="del">
          <ac:chgData name="priyankarukesh@gmail.com" userId="c25336cf216f5b14" providerId="LiveId" clId="{ADAD7492-A049-4AD0-AC94-6B209D0DDD7D}" dt="2024-04-18T04:42:09.089" v="33" actId="21"/>
          <ac:spMkLst>
            <pc:docMk/>
            <pc:sldMk cId="0" sldId="295"/>
            <ac:spMk id="357" creationId="{00000000-0000-0000-0000-000000000000}"/>
          </ac:spMkLst>
        </pc:spChg>
        <pc:spChg chg="del">
          <ac:chgData name="priyankarukesh@gmail.com" userId="c25336cf216f5b14" providerId="LiveId" clId="{ADAD7492-A049-4AD0-AC94-6B209D0DDD7D}" dt="2024-04-18T04:42:09.089" v="33" actId="21"/>
          <ac:spMkLst>
            <pc:docMk/>
            <pc:sldMk cId="0" sldId="295"/>
            <ac:spMk id="358" creationId="{00000000-0000-0000-0000-000000000000}"/>
          </ac:spMkLst>
        </pc:spChg>
      </pc:sldChg>
      <pc:sldChg chg="addSp delSp modSp del mod">
        <pc:chgData name="priyankarukesh@gmail.com" userId="c25336cf216f5b14" providerId="LiveId" clId="{ADAD7492-A049-4AD0-AC94-6B209D0DDD7D}" dt="2024-04-18T04:43:54.214" v="39" actId="2696"/>
        <pc:sldMkLst>
          <pc:docMk/>
          <pc:sldMk cId="0" sldId="296"/>
        </pc:sldMkLst>
        <pc:spChg chg="add mod">
          <ac:chgData name="priyankarukesh@gmail.com" userId="c25336cf216f5b14" providerId="LiveId" clId="{ADAD7492-A049-4AD0-AC94-6B209D0DDD7D}" dt="2024-04-18T04:42:35.481" v="34" actId="21"/>
          <ac:spMkLst>
            <pc:docMk/>
            <pc:sldMk cId="0" sldId="296"/>
            <ac:spMk id="3" creationId="{C349E425-A480-7700-D045-342A546FBCE3}"/>
          </ac:spMkLst>
        </pc:spChg>
        <pc:spChg chg="add mod">
          <ac:chgData name="priyankarukesh@gmail.com" userId="c25336cf216f5b14" providerId="LiveId" clId="{ADAD7492-A049-4AD0-AC94-6B209D0DDD7D}" dt="2024-04-18T04:42:35.481" v="34" actId="21"/>
          <ac:spMkLst>
            <pc:docMk/>
            <pc:sldMk cId="0" sldId="296"/>
            <ac:spMk id="5" creationId="{273339B8-6C48-755B-915E-445E1CC1C45C}"/>
          </ac:spMkLst>
        </pc:spChg>
        <pc:spChg chg="del">
          <ac:chgData name="priyankarukesh@gmail.com" userId="c25336cf216f5b14" providerId="LiveId" clId="{ADAD7492-A049-4AD0-AC94-6B209D0DDD7D}" dt="2024-04-18T04:42:35.481" v="34" actId="21"/>
          <ac:spMkLst>
            <pc:docMk/>
            <pc:sldMk cId="0" sldId="296"/>
            <ac:spMk id="363" creationId="{00000000-0000-0000-0000-000000000000}"/>
          </ac:spMkLst>
        </pc:spChg>
        <pc:spChg chg="del">
          <ac:chgData name="priyankarukesh@gmail.com" userId="c25336cf216f5b14" providerId="LiveId" clId="{ADAD7492-A049-4AD0-AC94-6B209D0DDD7D}" dt="2024-04-18T04:42:35.481" v="34" actId="21"/>
          <ac:spMkLst>
            <pc:docMk/>
            <pc:sldMk cId="0" sldId="296"/>
            <ac:spMk id="364" creationId="{00000000-0000-0000-0000-000000000000}"/>
          </ac:spMkLst>
        </pc:spChg>
      </pc:sldChg>
      <pc:sldChg chg="addSp delSp modSp del mod">
        <pc:chgData name="priyankarukesh@gmail.com" userId="c25336cf216f5b14" providerId="LiveId" clId="{ADAD7492-A049-4AD0-AC94-6B209D0DDD7D}" dt="2024-04-18T04:43:51.448" v="38" actId="2696"/>
        <pc:sldMkLst>
          <pc:docMk/>
          <pc:sldMk cId="0" sldId="297"/>
        </pc:sldMkLst>
        <pc:spChg chg="add mod">
          <ac:chgData name="priyankarukesh@gmail.com" userId="c25336cf216f5b14" providerId="LiveId" clId="{ADAD7492-A049-4AD0-AC94-6B209D0DDD7D}" dt="2024-04-18T04:43:05.832" v="35" actId="21"/>
          <ac:spMkLst>
            <pc:docMk/>
            <pc:sldMk cId="0" sldId="297"/>
            <ac:spMk id="3" creationId="{BB674397-0588-0CEF-04C9-36D2422AC2EC}"/>
          </ac:spMkLst>
        </pc:spChg>
        <pc:spChg chg="del">
          <ac:chgData name="priyankarukesh@gmail.com" userId="c25336cf216f5b14" providerId="LiveId" clId="{ADAD7492-A049-4AD0-AC94-6B209D0DDD7D}" dt="2024-04-18T04:43:05.832" v="35" actId="21"/>
          <ac:spMkLst>
            <pc:docMk/>
            <pc:sldMk cId="0" sldId="297"/>
            <ac:spMk id="369" creationId="{00000000-0000-0000-0000-000000000000}"/>
          </ac:spMkLst>
        </pc:spChg>
        <pc:spChg chg="del">
          <ac:chgData name="priyankarukesh@gmail.com" userId="c25336cf216f5b14" providerId="LiveId" clId="{ADAD7492-A049-4AD0-AC94-6B209D0DDD7D}" dt="2024-04-18T04:43:05.832" v="35" actId="21"/>
          <ac:spMkLst>
            <pc:docMk/>
            <pc:sldMk cId="0" sldId="297"/>
            <ac:spMk id="370" creationId="{00000000-0000-0000-0000-000000000000}"/>
          </ac:spMkLst>
        </pc:spChg>
      </pc:sldChg>
      <pc:sldChg chg="addSp delSp modSp del mod">
        <pc:chgData name="priyankarukesh@gmail.com" userId="c25336cf216f5b14" providerId="LiveId" clId="{ADAD7492-A049-4AD0-AC94-6B209D0DDD7D}" dt="2024-04-18T04:43:48.695" v="37" actId="2696"/>
        <pc:sldMkLst>
          <pc:docMk/>
          <pc:sldMk cId="0" sldId="298"/>
        </pc:sldMkLst>
        <pc:spChg chg="add mod">
          <ac:chgData name="priyankarukesh@gmail.com" userId="c25336cf216f5b14" providerId="LiveId" clId="{ADAD7492-A049-4AD0-AC94-6B209D0DDD7D}" dt="2024-04-18T04:43:29.875" v="36" actId="21"/>
          <ac:spMkLst>
            <pc:docMk/>
            <pc:sldMk cId="0" sldId="298"/>
            <ac:spMk id="3" creationId="{459C42FB-F22E-CFCF-5C5F-948A507D3719}"/>
          </ac:spMkLst>
        </pc:spChg>
        <pc:spChg chg="del">
          <ac:chgData name="priyankarukesh@gmail.com" userId="c25336cf216f5b14" providerId="LiveId" clId="{ADAD7492-A049-4AD0-AC94-6B209D0DDD7D}" dt="2024-04-18T04:43:29.875" v="36" actId="21"/>
          <ac:spMkLst>
            <pc:docMk/>
            <pc:sldMk cId="0" sldId="298"/>
            <ac:spMk id="375" creationId="{00000000-0000-0000-0000-000000000000}"/>
          </ac:spMkLst>
        </pc:spChg>
        <pc:spChg chg="del">
          <ac:chgData name="priyankarukesh@gmail.com" userId="c25336cf216f5b14" providerId="LiveId" clId="{ADAD7492-A049-4AD0-AC94-6B209D0DDD7D}" dt="2024-04-18T04:43:29.875" v="36" actId="21"/>
          <ac:spMkLst>
            <pc:docMk/>
            <pc:sldMk cId="0" sldId="298"/>
            <ac:spMk id="376" creationId="{00000000-0000-0000-0000-000000000000}"/>
          </ac:spMkLst>
        </pc:spChg>
      </pc:sldChg>
      <pc:sldChg chg="modSp mod">
        <pc:chgData name="priyankarukesh@gmail.com" userId="c25336cf216f5b14" providerId="LiveId" clId="{ADAD7492-A049-4AD0-AC94-6B209D0DDD7D}" dt="2024-04-18T05:38:12.419" v="69" actId="20577"/>
        <pc:sldMkLst>
          <pc:docMk/>
          <pc:sldMk cId="2116884199" sldId="316"/>
        </pc:sldMkLst>
        <pc:spChg chg="mod">
          <ac:chgData name="priyankarukesh@gmail.com" userId="c25336cf216f5b14" providerId="LiveId" clId="{ADAD7492-A049-4AD0-AC94-6B209D0DDD7D}" dt="2024-04-18T05:38:12.419" v="69" actId="20577"/>
          <ac:spMkLst>
            <pc:docMk/>
            <pc:sldMk cId="2116884199" sldId="316"/>
            <ac:spMk id="2" creationId="{70ED8B05-5E26-68B9-7347-4E61991C918E}"/>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8-02T05:03:18.881"/>
    </inkml:context>
    <inkml:brush xml:id="br0">
      <inkml:brushProperty name="width" value="0.1" units="cm"/>
      <inkml:brushProperty name="height" value="0.6" units="cm"/>
      <inkml:brushProperty name="color" value="#849398"/>
      <inkml:brushProperty name="ignorePressure" value="1"/>
      <inkml:brushProperty name="inkEffects" value="pencil"/>
    </inkml:brush>
  </inkml:definitions>
  <inkml:trace contextRef="#ctx0" brushRef="#br0">0 1,'0'0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8-02T05:03:22.310"/>
    </inkml:context>
    <inkml:brush xml:id="br0">
      <inkml:brushProperty name="width" value="0.1" units="cm"/>
      <inkml:brushProperty name="height" value="0.6" units="cm"/>
      <inkml:brushProperty name="color" value="#849398"/>
      <inkml:brushProperty name="ignorePressure" value="1"/>
      <inkml:brushProperty name="inkEffects" value="pencil"/>
    </inkml:brush>
  </inkml:definitions>
  <inkml:trace contextRef="#ctx0" brushRef="#br0">0 0,'0'0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8-02T05:03:34.285"/>
    </inkml:context>
    <inkml:brush xml:id="br0">
      <inkml:brushProperty name="width" value="0.1" units="cm"/>
      <inkml:brushProperty name="height" value="0.6" units="cm"/>
      <inkml:brushProperty name="color" value="#849398"/>
      <inkml:brushProperty name="ignorePressure" value="1"/>
      <inkml:brushProperty name="inkEffects" value="pencil"/>
    </inkml:brush>
  </inkml:definitions>
  <inkml:trace contextRef="#ctx0" brushRef="#br0">1 0,'13'0,"23"0,22 0,24 0,16 0,0 0,5 0,-5 0,-19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8-11T17:54:17.476"/>
    </inkml:context>
    <inkml:brush xml:id="br0">
      <inkml:brushProperty name="width" value="0.05" units="cm"/>
      <inkml:brushProperty name="height" value="0.05" units="cm"/>
      <inkml:brushProperty name="color" value="#E71224"/>
    </inkml:brush>
  </inkml:definitions>
  <inkml:trace contextRef="#ctx0" brushRef="#br0">1 0 24575,'0'0'0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3" name="Google Shape;11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 name="Google Shape;135;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9" name="Google Shape;149;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5" name="Google Shape;255;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6" name="Google Shape;266;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2" name="Google Shape;272;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8" name="Google Shape;278;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3" name="Google Shape;283;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0" name="Google Shape;290;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6" name="Google Shape;296;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2" name="Google Shape;302;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08" name="Google Shape;308;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9" name="Google Shape;319;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4" name="Google Shape;314;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6" name="Google Shape;326;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3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2" name="Google Shape;332;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5"/>
        <p:cNvGrpSpPr/>
        <p:nvPr/>
      </p:nvGrpSpPr>
      <p:grpSpPr>
        <a:xfrm>
          <a:off x="0" y="0"/>
          <a:ext cx="0" cy="0"/>
          <a:chOff x="0" y="0"/>
          <a:chExt cx="0" cy="0"/>
        </a:xfrm>
      </p:grpSpPr>
      <p:sp>
        <p:nvSpPr>
          <p:cNvPr id="16" name="Google Shape;16;p6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6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 name="Google Shape;18;p6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6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6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1"/>
        <p:cNvGrpSpPr/>
        <p:nvPr/>
      </p:nvGrpSpPr>
      <p:grpSpPr>
        <a:xfrm>
          <a:off x="0" y="0"/>
          <a:ext cx="0" cy="0"/>
          <a:chOff x="0" y="0"/>
          <a:chExt cx="0" cy="0"/>
        </a:xfrm>
      </p:grpSpPr>
      <p:sp>
        <p:nvSpPr>
          <p:cNvPr id="22" name="Google Shape;22;p6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6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6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 name="Google Shape;25;p6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6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6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8"/>
        <p:cNvGrpSpPr/>
        <p:nvPr/>
      </p:nvGrpSpPr>
      <p:grpSpPr>
        <a:xfrm>
          <a:off x="0" y="0"/>
          <a:ext cx="0" cy="0"/>
          <a:chOff x="0" y="0"/>
          <a:chExt cx="0" cy="0"/>
        </a:xfrm>
      </p:grpSpPr>
      <p:sp>
        <p:nvSpPr>
          <p:cNvPr id="29" name="Google Shape;29;p6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6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1" name="Google Shape;31;p6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6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6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4"/>
        <p:cNvGrpSpPr/>
        <p:nvPr/>
      </p:nvGrpSpPr>
      <p:grpSpPr>
        <a:xfrm>
          <a:off x="0" y="0"/>
          <a:ext cx="0" cy="0"/>
          <a:chOff x="0" y="0"/>
          <a:chExt cx="0" cy="0"/>
        </a:xfrm>
      </p:grpSpPr>
      <p:sp>
        <p:nvSpPr>
          <p:cNvPr id="35" name="Google Shape;35;p6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6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7" name="Google Shape;37;p6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5"/>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65"/>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65"/>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65"/>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65"/>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6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6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6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6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6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6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6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6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6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6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6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68"/>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68"/>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6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6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6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6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69"/>
          <p:cNvSpPr>
            <a:spLocks noGrp="1"/>
          </p:cNvSpPr>
          <p:nvPr>
            <p:ph type="pic" idx="2"/>
          </p:nvPr>
        </p:nvSpPr>
        <p:spPr>
          <a:xfrm>
            <a:off x="5183188" y="987425"/>
            <a:ext cx="6172200" cy="4873625"/>
          </a:xfrm>
          <a:prstGeom prst="rect">
            <a:avLst/>
          </a:prstGeom>
          <a:noFill/>
          <a:ln>
            <a:noFill/>
          </a:ln>
        </p:spPr>
      </p:sp>
      <p:sp>
        <p:nvSpPr>
          <p:cNvPr id="68" name="Google Shape;68;p69"/>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6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6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6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7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70"/>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7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7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7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71"/>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71"/>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7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7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7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6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8" Type="http://schemas.openxmlformats.org/officeDocument/2006/relationships/image" Target="../media/image8.png"/><Relationship Id="rId3" Type="http://schemas.openxmlformats.org/officeDocument/2006/relationships/customXml" Target="../ink/ink1.xml"/><Relationship Id="rId17" Type="http://schemas.openxmlformats.org/officeDocument/2006/relationships/customXml" Target="../ink/ink3.xml"/><Relationship Id="rId2" Type="http://schemas.openxmlformats.org/officeDocument/2006/relationships/notesSlide" Target="../notesSlides/notesSlide6.xml"/><Relationship Id="rId16" Type="http://schemas.openxmlformats.org/officeDocument/2006/relationships/image" Target="../media/image7.png"/><Relationship Id="rId1" Type="http://schemas.openxmlformats.org/officeDocument/2006/relationships/slideLayout" Target="../slideLayouts/slideLayout1.xml"/><Relationship Id="rId15" Type="http://schemas.openxmlformats.org/officeDocument/2006/relationships/customXml" Target="../ink/ink2.xml"/><Relationship Id="rId1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customXml" Target="../ink/ink4.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15.emf"/><Relationship Id="rId1" Type="http://schemas.openxmlformats.org/officeDocument/2006/relationships/slideLayout" Target="../slideLayouts/slideLayout2.xml"/><Relationship Id="rId6" Type="http://schemas.openxmlformats.org/officeDocument/2006/relationships/image" Target="../media/image14.emf"/><Relationship Id="rId5" Type="http://schemas.openxmlformats.org/officeDocument/2006/relationships/image" Target="../media/image18.png"/><Relationship Id="rId4" Type="http://schemas.openxmlformats.org/officeDocument/2006/relationships/image" Target="../media/image17.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D8B05-5E26-68B9-7347-4E61991C918E}"/>
              </a:ext>
            </a:extLst>
          </p:cNvPr>
          <p:cNvSpPr>
            <a:spLocks noGrp="1"/>
          </p:cNvSpPr>
          <p:nvPr>
            <p:ph type="title"/>
          </p:nvPr>
        </p:nvSpPr>
        <p:spPr>
          <a:xfrm>
            <a:off x="762785" y="0"/>
            <a:ext cx="10515600" cy="1325563"/>
          </a:xfrm>
        </p:spPr>
        <p:txBody>
          <a:bodyPr/>
          <a:lstStyle/>
          <a:p>
            <a:r>
              <a:rPr lang="en-US"/>
              <a:t>Module 4</a:t>
            </a:r>
            <a:endParaRPr lang="en-IN" dirty="0"/>
          </a:p>
        </p:txBody>
      </p:sp>
      <p:sp>
        <p:nvSpPr>
          <p:cNvPr id="3" name="Text Placeholder 2">
            <a:extLst>
              <a:ext uri="{FF2B5EF4-FFF2-40B4-BE49-F238E27FC236}">
                <a16:creationId xmlns:a16="http://schemas.microsoft.com/office/drawing/2014/main" id="{C9BB82D1-30A6-586F-5D29-2E28506E6B25}"/>
              </a:ext>
            </a:extLst>
          </p:cNvPr>
          <p:cNvSpPr>
            <a:spLocks noGrp="1"/>
          </p:cNvSpPr>
          <p:nvPr>
            <p:ph type="body" idx="1"/>
          </p:nvPr>
        </p:nvSpPr>
        <p:spPr>
          <a:xfrm>
            <a:off x="762785" y="1325563"/>
            <a:ext cx="10983012" cy="4667250"/>
          </a:xfrm>
        </p:spPr>
        <p:txBody>
          <a:bodyPr>
            <a:normAutofit fontScale="92500" lnSpcReduction="20000"/>
          </a:bodyPr>
          <a:lstStyle/>
          <a:p>
            <a:pPr marL="114300" indent="0">
              <a:buNone/>
            </a:pPr>
            <a:r>
              <a:rPr lang="en-US" sz="8800" dirty="0"/>
              <a:t>Normalization</a:t>
            </a:r>
          </a:p>
          <a:p>
            <a:r>
              <a:rPr lang="en-US" dirty="0"/>
              <a:t>Functional Dependencies - Concepts</a:t>
            </a:r>
          </a:p>
          <a:p>
            <a:r>
              <a:rPr lang="en-US" dirty="0"/>
              <a:t>1 NF 	</a:t>
            </a:r>
          </a:p>
          <a:p>
            <a:r>
              <a:rPr lang="en-US" dirty="0"/>
              <a:t>2 NF</a:t>
            </a:r>
          </a:p>
          <a:p>
            <a:r>
              <a:rPr lang="en-US" dirty="0"/>
              <a:t>3 NF</a:t>
            </a:r>
          </a:p>
          <a:p>
            <a:r>
              <a:rPr lang="en-US" dirty="0"/>
              <a:t>BCNF</a:t>
            </a:r>
          </a:p>
          <a:p>
            <a:r>
              <a:rPr lang="en-US" dirty="0"/>
              <a:t>4 NF</a:t>
            </a:r>
          </a:p>
          <a:p>
            <a:r>
              <a:rPr lang="en-US" dirty="0"/>
              <a:t>5 NF</a:t>
            </a:r>
          </a:p>
          <a:p>
            <a:r>
              <a:rPr lang="en-US" dirty="0"/>
              <a:t>Problems Solving ( Candidate Key , Prime attributes, Non Prime Attributes)		</a:t>
            </a:r>
            <a:endParaRPr lang="en-IN" dirty="0"/>
          </a:p>
        </p:txBody>
      </p:sp>
    </p:spTree>
    <p:extLst>
      <p:ext uri="{BB962C8B-B14F-4D97-AF65-F5344CB8AC3E}">
        <p14:creationId xmlns:p14="http://schemas.microsoft.com/office/powerpoint/2010/main" val="21168841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3"/>
          <p:cNvSpPr txBox="1">
            <a:spLocks noGrp="1"/>
          </p:cNvSpPr>
          <p:nvPr>
            <p:ph type="title"/>
          </p:nvPr>
        </p:nvSpPr>
        <p:spPr>
          <a:xfrm>
            <a:off x="875030" y="549275"/>
            <a:ext cx="10515600" cy="63373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br>
              <a:rPr lang="en-IN"/>
            </a:br>
            <a:r>
              <a:rPr lang="en-IN">
                <a:solidFill>
                  <a:srgbClr val="FF0000"/>
                </a:solidFill>
                <a:latin typeface="Times New Roman"/>
                <a:ea typeface="Times New Roman"/>
                <a:cs typeface="Times New Roman"/>
                <a:sym typeface="Times New Roman"/>
              </a:rPr>
              <a:t>Normalization</a:t>
            </a:r>
            <a:br>
              <a:rPr lang="en-IN"/>
            </a:br>
            <a:endParaRPr/>
          </a:p>
        </p:txBody>
      </p:sp>
      <p:sp>
        <p:nvSpPr>
          <p:cNvPr id="116" name="Google Shape;116;p3"/>
          <p:cNvSpPr txBox="1"/>
          <p:nvPr/>
        </p:nvSpPr>
        <p:spPr>
          <a:xfrm>
            <a:off x="875030" y="1282700"/>
            <a:ext cx="10375900" cy="4831080"/>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2800"/>
              <a:buFont typeface="Arial"/>
              <a:buChar char="•"/>
            </a:pPr>
            <a:r>
              <a:rPr lang="en-IN" sz="2800">
                <a:solidFill>
                  <a:schemeClr val="dk1"/>
                </a:solidFill>
                <a:latin typeface="Times New Roman"/>
                <a:ea typeface="Times New Roman"/>
                <a:cs typeface="Times New Roman"/>
                <a:sym typeface="Times New Roman"/>
              </a:rPr>
              <a:t>Normalization is the process of organizing the data in the database.</a:t>
            </a:r>
            <a:endParaRPr/>
          </a:p>
          <a:p>
            <a:pPr marL="285750" marR="0" lvl="0" indent="-107950" algn="l" rtl="0">
              <a:spcBef>
                <a:spcPts val="0"/>
              </a:spcBef>
              <a:spcAft>
                <a:spcPts val="0"/>
              </a:spcAft>
              <a:buClr>
                <a:schemeClr val="dk1"/>
              </a:buClr>
              <a:buSzPts val="2800"/>
              <a:buFont typeface="Arial"/>
              <a:buNone/>
            </a:pPr>
            <a:endParaRPr sz="2800">
              <a:solidFill>
                <a:schemeClr val="dk1"/>
              </a:solidFill>
              <a:latin typeface="Times New Roman"/>
              <a:ea typeface="Times New Roman"/>
              <a:cs typeface="Times New Roman"/>
              <a:sym typeface="Times New Roman"/>
            </a:endParaRPr>
          </a:p>
          <a:p>
            <a:pPr marL="285750" marR="0" lvl="0" indent="-285750" algn="l" rtl="0">
              <a:spcBef>
                <a:spcPts val="0"/>
              </a:spcBef>
              <a:spcAft>
                <a:spcPts val="0"/>
              </a:spcAft>
              <a:buClr>
                <a:schemeClr val="dk1"/>
              </a:buClr>
              <a:buSzPts val="2800"/>
              <a:buFont typeface="Arial"/>
              <a:buChar char="•"/>
            </a:pPr>
            <a:r>
              <a:rPr lang="en-IN" sz="2800">
                <a:solidFill>
                  <a:schemeClr val="dk1"/>
                </a:solidFill>
                <a:latin typeface="Times New Roman"/>
                <a:ea typeface="Times New Roman"/>
                <a:cs typeface="Times New Roman"/>
                <a:sym typeface="Times New Roman"/>
              </a:rPr>
              <a:t>Normalization is used to minimize the redundancy from a relation or set of relations. It is also used to eliminate the undesirable characteristics like Insertion, Update and Deletion Anomalies.</a:t>
            </a:r>
            <a:endParaRPr/>
          </a:p>
          <a:p>
            <a:pPr marL="285750" marR="0" lvl="0" indent="-107950" algn="l" rtl="0">
              <a:spcBef>
                <a:spcPts val="0"/>
              </a:spcBef>
              <a:spcAft>
                <a:spcPts val="0"/>
              </a:spcAft>
              <a:buClr>
                <a:schemeClr val="dk1"/>
              </a:buClr>
              <a:buSzPts val="2800"/>
              <a:buFont typeface="Arial"/>
              <a:buNone/>
            </a:pPr>
            <a:endParaRPr sz="2800">
              <a:solidFill>
                <a:schemeClr val="dk1"/>
              </a:solidFill>
              <a:latin typeface="Times New Roman"/>
              <a:ea typeface="Times New Roman"/>
              <a:cs typeface="Times New Roman"/>
              <a:sym typeface="Times New Roman"/>
            </a:endParaRPr>
          </a:p>
          <a:p>
            <a:pPr marL="285750" marR="0" lvl="0" indent="-285750" algn="l" rtl="0">
              <a:spcBef>
                <a:spcPts val="0"/>
              </a:spcBef>
              <a:spcAft>
                <a:spcPts val="0"/>
              </a:spcAft>
              <a:buClr>
                <a:schemeClr val="dk1"/>
              </a:buClr>
              <a:buSzPts val="2800"/>
              <a:buFont typeface="Arial"/>
              <a:buChar char="•"/>
            </a:pPr>
            <a:r>
              <a:rPr lang="en-IN" sz="2800">
                <a:solidFill>
                  <a:schemeClr val="dk1"/>
                </a:solidFill>
                <a:latin typeface="Times New Roman"/>
                <a:ea typeface="Times New Roman"/>
                <a:cs typeface="Times New Roman"/>
                <a:sym typeface="Times New Roman"/>
              </a:rPr>
              <a:t>Normalization divides the larger table into the smaller table and links them using relationship.</a:t>
            </a:r>
            <a:endParaRPr/>
          </a:p>
          <a:p>
            <a:pPr marL="285750" marR="0" lvl="0" indent="-107950" algn="l" rtl="0">
              <a:spcBef>
                <a:spcPts val="0"/>
              </a:spcBef>
              <a:spcAft>
                <a:spcPts val="0"/>
              </a:spcAft>
              <a:buClr>
                <a:schemeClr val="dk1"/>
              </a:buClr>
              <a:buSzPts val="2800"/>
              <a:buFont typeface="Arial"/>
              <a:buNone/>
            </a:pPr>
            <a:endParaRPr sz="2800">
              <a:solidFill>
                <a:schemeClr val="dk1"/>
              </a:solidFill>
              <a:latin typeface="Times New Roman"/>
              <a:ea typeface="Times New Roman"/>
              <a:cs typeface="Times New Roman"/>
              <a:sym typeface="Times New Roman"/>
            </a:endParaRPr>
          </a:p>
          <a:p>
            <a:pPr marL="285750" marR="0" lvl="0" indent="-285750" algn="l" rtl="0">
              <a:spcBef>
                <a:spcPts val="0"/>
              </a:spcBef>
              <a:spcAft>
                <a:spcPts val="0"/>
              </a:spcAft>
              <a:buClr>
                <a:schemeClr val="dk1"/>
              </a:buClr>
              <a:buSzPts val="2800"/>
              <a:buFont typeface="Arial"/>
              <a:buChar char="•"/>
            </a:pPr>
            <a:r>
              <a:rPr lang="en-IN" sz="2800">
                <a:solidFill>
                  <a:schemeClr val="dk1"/>
                </a:solidFill>
                <a:latin typeface="Times New Roman"/>
                <a:ea typeface="Times New Roman"/>
                <a:cs typeface="Times New Roman"/>
                <a:sym typeface="Times New Roman"/>
              </a:rPr>
              <a:t>The normal form is used to reduce redundancy from the database table.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4"/>
          <p:cNvSpPr txBox="1">
            <a:spLocks noGrp="1"/>
          </p:cNvSpPr>
          <p:nvPr>
            <p:ph type="title"/>
          </p:nvPr>
        </p:nvSpPr>
        <p:spPr>
          <a:xfrm>
            <a:off x="838200" y="315429"/>
            <a:ext cx="10515600" cy="52705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IN"/>
              <a:t>Example </a:t>
            </a:r>
            <a:endParaRPr/>
          </a:p>
        </p:txBody>
      </p:sp>
      <p:graphicFrame>
        <p:nvGraphicFramePr>
          <p:cNvPr id="122" name="Google Shape;122;p4"/>
          <p:cNvGraphicFramePr/>
          <p:nvPr>
            <p:extLst>
              <p:ext uri="{D42A27DB-BD31-4B8C-83A1-F6EECF244321}">
                <p14:modId xmlns:p14="http://schemas.microsoft.com/office/powerpoint/2010/main" val="1233002916"/>
              </p:ext>
            </p:extLst>
          </p:nvPr>
        </p:nvGraphicFramePr>
        <p:xfrm>
          <a:off x="647700" y="2007235"/>
          <a:ext cx="2859375" cy="2124725"/>
        </p:xfrm>
        <a:graphic>
          <a:graphicData uri="http://schemas.openxmlformats.org/drawingml/2006/table">
            <a:tbl>
              <a:tblPr firstRow="1" bandRow="1">
                <a:noFill/>
                <a:tableStyleId>{97450010-1B03-41FE-BF6F-0C408CD2FB8C}</a:tableStyleId>
              </a:tblPr>
              <a:tblGrid>
                <a:gridCol w="953125">
                  <a:extLst>
                    <a:ext uri="{9D8B030D-6E8A-4147-A177-3AD203B41FA5}">
                      <a16:colId xmlns:a16="http://schemas.microsoft.com/office/drawing/2014/main" val="20000"/>
                    </a:ext>
                  </a:extLst>
                </a:gridCol>
                <a:gridCol w="953125">
                  <a:extLst>
                    <a:ext uri="{9D8B030D-6E8A-4147-A177-3AD203B41FA5}">
                      <a16:colId xmlns:a16="http://schemas.microsoft.com/office/drawing/2014/main" val="20001"/>
                    </a:ext>
                  </a:extLst>
                </a:gridCol>
                <a:gridCol w="953125">
                  <a:extLst>
                    <a:ext uri="{9D8B030D-6E8A-4147-A177-3AD203B41FA5}">
                      <a16:colId xmlns:a16="http://schemas.microsoft.com/office/drawing/2014/main" val="20002"/>
                    </a:ext>
                  </a:extLst>
                </a:gridCol>
              </a:tblGrid>
              <a:tr h="603250">
                <a:tc>
                  <a:txBody>
                    <a:bodyPr/>
                    <a:lstStyle/>
                    <a:p>
                      <a:pPr marL="0" marR="0" lvl="0" indent="0" algn="l" rtl="0">
                        <a:spcBef>
                          <a:spcPts val="0"/>
                        </a:spcBef>
                        <a:spcAft>
                          <a:spcPts val="0"/>
                        </a:spcAft>
                        <a:buClr>
                          <a:schemeClr val="dk1"/>
                        </a:buClr>
                        <a:buSzPts val="1800"/>
                        <a:buFont typeface="Calibri"/>
                        <a:buNone/>
                      </a:pPr>
                      <a:r>
                        <a:rPr lang="en-IN" sz="1800" u="none" strike="noStrike" cap="none"/>
                        <a:t>S_ID</a:t>
                      </a:r>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a:t>S_name </a:t>
                      </a:r>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a:t>S_age</a:t>
                      </a:r>
                      <a:endParaRPr/>
                    </a:p>
                  </a:txBody>
                  <a:tcPr marL="91450" marR="91450" marT="45725" marB="45725"/>
                </a:tc>
                <a:extLst>
                  <a:ext uri="{0D108BD9-81ED-4DB2-BD59-A6C34878D82A}">
                    <a16:rowId xmlns:a16="http://schemas.microsoft.com/office/drawing/2014/main" val="10000"/>
                  </a:ext>
                </a:extLst>
              </a:tr>
              <a:tr h="507375">
                <a:tc>
                  <a:txBody>
                    <a:bodyPr/>
                    <a:lstStyle/>
                    <a:p>
                      <a:pPr marL="0" marR="0" lvl="0" indent="0" algn="l" rtl="0">
                        <a:spcBef>
                          <a:spcPts val="0"/>
                        </a:spcBef>
                        <a:spcAft>
                          <a:spcPts val="0"/>
                        </a:spcAft>
                        <a:buClr>
                          <a:schemeClr val="dk1"/>
                        </a:buClr>
                        <a:buSzPts val="1800"/>
                        <a:buFont typeface="Calibri"/>
                        <a:buNone/>
                      </a:pPr>
                      <a:r>
                        <a:rPr lang="en-IN" sz="1800" u="none" strike="noStrike" cap="none" dirty="0">
                          <a:solidFill>
                            <a:srgbClr val="FF0000"/>
                          </a:solidFill>
                        </a:rPr>
                        <a:t>1</a:t>
                      </a:r>
                      <a:endParaRPr dirty="0">
                        <a:solidFill>
                          <a:srgbClr val="FF0000"/>
                        </a:solidFill>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a:solidFill>
                            <a:srgbClr val="FF0000"/>
                          </a:solidFill>
                        </a:rPr>
                        <a:t>Ram</a:t>
                      </a:r>
                      <a:endParaRPr>
                        <a:solidFill>
                          <a:srgbClr val="FF0000"/>
                        </a:solidFill>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dirty="0">
                          <a:solidFill>
                            <a:srgbClr val="FF0000"/>
                          </a:solidFill>
                        </a:rPr>
                        <a:t>20</a:t>
                      </a:r>
                      <a:endParaRPr dirty="0">
                        <a:solidFill>
                          <a:srgbClr val="FF0000"/>
                        </a:solidFill>
                      </a:endParaRPr>
                    </a:p>
                  </a:txBody>
                  <a:tcPr marL="91450" marR="91450" marT="45725" marB="45725"/>
                </a:tc>
                <a:extLst>
                  <a:ext uri="{0D108BD9-81ED-4DB2-BD59-A6C34878D82A}">
                    <a16:rowId xmlns:a16="http://schemas.microsoft.com/office/drawing/2014/main" val="10001"/>
                  </a:ext>
                </a:extLst>
              </a:tr>
              <a:tr h="506725">
                <a:tc>
                  <a:txBody>
                    <a:bodyPr/>
                    <a:lstStyle/>
                    <a:p>
                      <a:pPr marL="0" marR="0" lvl="0" indent="0" algn="l" rtl="0">
                        <a:spcBef>
                          <a:spcPts val="0"/>
                        </a:spcBef>
                        <a:spcAft>
                          <a:spcPts val="0"/>
                        </a:spcAft>
                        <a:buClr>
                          <a:schemeClr val="dk1"/>
                        </a:buClr>
                        <a:buSzPts val="1800"/>
                        <a:buFont typeface="Calibri"/>
                        <a:buNone/>
                      </a:pPr>
                      <a:r>
                        <a:rPr lang="en-IN" sz="1800" u="none" strike="noStrike" cap="none"/>
                        <a:t>2</a:t>
                      </a:r>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a:t>Shyam</a:t>
                      </a:r>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a:t>21</a:t>
                      </a:r>
                      <a:endParaRPr/>
                    </a:p>
                  </a:txBody>
                  <a:tcPr marL="91450" marR="91450" marT="45725" marB="45725"/>
                </a:tc>
                <a:extLst>
                  <a:ext uri="{0D108BD9-81ED-4DB2-BD59-A6C34878D82A}">
                    <a16:rowId xmlns:a16="http://schemas.microsoft.com/office/drawing/2014/main" val="10002"/>
                  </a:ext>
                </a:extLst>
              </a:tr>
              <a:tr h="507375">
                <a:tc>
                  <a:txBody>
                    <a:bodyPr/>
                    <a:lstStyle/>
                    <a:p>
                      <a:pPr marL="0" marR="0" lvl="0" indent="0" algn="l" rtl="0">
                        <a:spcBef>
                          <a:spcPts val="0"/>
                        </a:spcBef>
                        <a:spcAft>
                          <a:spcPts val="0"/>
                        </a:spcAft>
                        <a:buClr>
                          <a:schemeClr val="dk1"/>
                        </a:buClr>
                        <a:buSzPts val="1800"/>
                        <a:buFont typeface="Calibri"/>
                        <a:buNone/>
                      </a:pPr>
                      <a:r>
                        <a:rPr lang="en-IN" sz="1800" u="none" strike="noStrike" cap="none">
                          <a:solidFill>
                            <a:srgbClr val="FF0000"/>
                          </a:solidFill>
                        </a:rPr>
                        <a:t>1</a:t>
                      </a:r>
                      <a:endParaRPr>
                        <a:solidFill>
                          <a:srgbClr val="FF0000"/>
                        </a:solidFill>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a:solidFill>
                            <a:srgbClr val="FF0000"/>
                          </a:solidFill>
                        </a:rPr>
                        <a:t>Ram</a:t>
                      </a:r>
                      <a:endParaRPr>
                        <a:solidFill>
                          <a:srgbClr val="FF0000"/>
                        </a:solidFill>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dirty="0">
                          <a:solidFill>
                            <a:srgbClr val="FF0000"/>
                          </a:solidFill>
                        </a:rPr>
                        <a:t>20</a:t>
                      </a:r>
                      <a:endParaRPr dirty="0">
                        <a:solidFill>
                          <a:srgbClr val="FF0000"/>
                        </a:solidFill>
                      </a:endParaRPr>
                    </a:p>
                  </a:txBody>
                  <a:tcPr marL="91450" marR="91450" marT="45725" marB="45725"/>
                </a:tc>
                <a:extLst>
                  <a:ext uri="{0D108BD9-81ED-4DB2-BD59-A6C34878D82A}">
                    <a16:rowId xmlns:a16="http://schemas.microsoft.com/office/drawing/2014/main" val="10003"/>
                  </a:ext>
                </a:extLst>
              </a:tr>
            </a:tbl>
          </a:graphicData>
        </a:graphic>
      </p:graphicFrame>
      <p:graphicFrame>
        <p:nvGraphicFramePr>
          <p:cNvPr id="123" name="Google Shape;123;p4"/>
          <p:cNvGraphicFramePr/>
          <p:nvPr>
            <p:extLst>
              <p:ext uri="{D42A27DB-BD31-4B8C-83A1-F6EECF244321}">
                <p14:modId xmlns:p14="http://schemas.microsoft.com/office/powerpoint/2010/main" val="2676244595"/>
              </p:ext>
            </p:extLst>
          </p:nvPr>
        </p:nvGraphicFramePr>
        <p:xfrm>
          <a:off x="4428490" y="1789430"/>
          <a:ext cx="7309475" cy="2378755"/>
        </p:xfrm>
        <a:graphic>
          <a:graphicData uri="http://schemas.openxmlformats.org/drawingml/2006/table">
            <a:tbl>
              <a:tblPr firstRow="1" bandRow="1">
                <a:noFill/>
                <a:tableStyleId>{97450010-1B03-41FE-BF6F-0C408CD2FB8C}</a:tableStyleId>
              </a:tblPr>
              <a:tblGrid>
                <a:gridCol w="1052825">
                  <a:extLst>
                    <a:ext uri="{9D8B030D-6E8A-4147-A177-3AD203B41FA5}">
                      <a16:colId xmlns:a16="http://schemas.microsoft.com/office/drawing/2014/main" val="20000"/>
                    </a:ext>
                  </a:extLst>
                </a:gridCol>
                <a:gridCol w="992525">
                  <a:extLst>
                    <a:ext uri="{9D8B030D-6E8A-4147-A177-3AD203B41FA5}">
                      <a16:colId xmlns:a16="http://schemas.microsoft.com/office/drawing/2014/main" val="20001"/>
                    </a:ext>
                  </a:extLst>
                </a:gridCol>
                <a:gridCol w="1052825">
                  <a:extLst>
                    <a:ext uri="{9D8B030D-6E8A-4147-A177-3AD203B41FA5}">
                      <a16:colId xmlns:a16="http://schemas.microsoft.com/office/drawing/2014/main" val="20002"/>
                    </a:ext>
                  </a:extLst>
                </a:gridCol>
                <a:gridCol w="1052825">
                  <a:extLst>
                    <a:ext uri="{9D8B030D-6E8A-4147-A177-3AD203B41FA5}">
                      <a16:colId xmlns:a16="http://schemas.microsoft.com/office/drawing/2014/main" val="20003"/>
                    </a:ext>
                  </a:extLst>
                </a:gridCol>
                <a:gridCol w="1052825">
                  <a:extLst>
                    <a:ext uri="{9D8B030D-6E8A-4147-A177-3AD203B41FA5}">
                      <a16:colId xmlns:a16="http://schemas.microsoft.com/office/drawing/2014/main" val="20004"/>
                    </a:ext>
                  </a:extLst>
                </a:gridCol>
                <a:gridCol w="1052825">
                  <a:extLst>
                    <a:ext uri="{9D8B030D-6E8A-4147-A177-3AD203B41FA5}">
                      <a16:colId xmlns:a16="http://schemas.microsoft.com/office/drawing/2014/main" val="20005"/>
                    </a:ext>
                  </a:extLst>
                </a:gridCol>
                <a:gridCol w="1052825">
                  <a:extLst>
                    <a:ext uri="{9D8B030D-6E8A-4147-A177-3AD203B41FA5}">
                      <a16:colId xmlns:a16="http://schemas.microsoft.com/office/drawing/2014/main" val="20006"/>
                    </a:ext>
                  </a:extLst>
                </a:gridCol>
              </a:tblGrid>
              <a:tr h="915675">
                <a:tc>
                  <a:txBody>
                    <a:bodyPr/>
                    <a:lstStyle/>
                    <a:p>
                      <a:pPr marL="0" marR="0" lvl="0" indent="0" algn="l" rtl="0">
                        <a:spcBef>
                          <a:spcPts val="0"/>
                        </a:spcBef>
                        <a:spcAft>
                          <a:spcPts val="0"/>
                        </a:spcAft>
                        <a:buClr>
                          <a:schemeClr val="dk1"/>
                        </a:buClr>
                        <a:buSzPts val="1800"/>
                        <a:buFont typeface="Calibri"/>
                        <a:buNone/>
                      </a:pPr>
                      <a:r>
                        <a:rPr lang="en-IN" sz="1800" u="none" strike="noStrike" cap="none"/>
                        <a:t>S_ID</a:t>
                      </a:r>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a:t>S_name</a:t>
                      </a:r>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dirty="0"/>
                        <a:t>C_ID</a:t>
                      </a:r>
                      <a:endParaRPr dirty="0"/>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a:t>C_name</a:t>
                      </a:r>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a:t>F_ID</a:t>
                      </a:r>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a:t>F_Name</a:t>
                      </a:r>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a:t>Salary</a:t>
                      </a:r>
                      <a:endParaRPr/>
                    </a:p>
                  </a:txBody>
                  <a:tcPr marL="91450" marR="91450" marT="45725" marB="45725"/>
                </a:tc>
                <a:extLst>
                  <a:ext uri="{0D108BD9-81ED-4DB2-BD59-A6C34878D82A}">
                    <a16:rowId xmlns:a16="http://schemas.microsoft.com/office/drawing/2014/main" val="10000"/>
                  </a:ext>
                </a:extLst>
              </a:tr>
              <a:tr h="365750">
                <a:tc>
                  <a:txBody>
                    <a:bodyPr/>
                    <a:lstStyle/>
                    <a:p>
                      <a:pPr marL="0" marR="0" lvl="0" indent="0" algn="l" rtl="0">
                        <a:spcBef>
                          <a:spcPts val="0"/>
                        </a:spcBef>
                        <a:spcAft>
                          <a:spcPts val="0"/>
                        </a:spcAft>
                        <a:buClr>
                          <a:schemeClr val="dk1"/>
                        </a:buClr>
                        <a:buSzPts val="1800"/>
                        <a:buFont typeface="Calibri"/>
                        <a:buNone/>
                      </a:pPr>
                      <a:r>
                        <a:rPr lang="en-IN" sz="1800" u="none" strike="noStrike" cap="none" dirty="0"/>
                        <a:t>1</a:t>
                      </a:r>
                      <a:endParaRPr dirty="0"/>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a:t>Ram</a:t>
                      </a:r>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dirty="0">
                          <a:solidFill>
                            <a:srgbClr val="FF0000"/>
                          </a:solidFill>
                        </a:rPr>
                        <a:t>C1</a:t>
                      </a:r>
                      <a:endParaRPr dirty="0">
                        <a:solidFill>
                          <a:srgbClr val="FF0000"/>
                        </a:solidFill>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dirty="0">
                          <a:solidFill>
                            <a:srgbClr val="FF0000"/>
                          </a:solidFill>
                        </a:rPr>
                        <a:t>DBMS</a:t>
                      </a:r>
                      <a:endParaRPr dirty="0">
                        <a:solidFill>
                          <a:srgbClr val="FF0000"/>
                        </a:solidFill>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dirty="0">
                          <a:solidFill>
                            <a:srgbClr val="FF0000"/>
                          </a:solidFill>
                        </a:rPr>
                        <a:t>F1</a:t>
                      </a:r>
                      <a:endParaRPr dirty="0">
                        <a:solidFill>
                          <a:srgbClr val="FF0000"/>
                        </a:solidFill>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dirty="0">
                          <a:solidFill>
                            <a:srgbClr val="FF0000"/>
                          </a:solidFill>
                        </a:rPr>
                        <a:t>John</a:t>
                      </a:r>
                      <a:endParaRPr dirty="0">
                        <a:solidFill>
                          <a:srgbClr val="FF0000"/>
                        </a:solidFill>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dirty="0">
                          <a:solidFill>
                            <a:srgbClr val="FF0000"/>
                          </a:solidFill>
                        </a:rPr>
                        <a:t>3000</a:t>
                      </a:r>
                      <a:endParaRPr dirty="0">
                        <a:solidFill>
                          <a:srgbClr val="FF0000"/>
                        </a:solidFill>
                      </a:endParaRPr>
                    </a:p>
                  </a:txBody>
                  <a:tcPr marL="91450" marR="91450" marT="45725" marB="45725"/>
                </a:tc>
                <a:extLst>
                  <a:ext uri="{0D108BD9-81ED-4DB2-BD59-A6C34878D82A}">
                    <a16:rowId xmlns:a16="http://schemas.microsoft.com/office/drawing/2014/main" val="10001"/>
                  </a:ext>
                </a:extLst>
              </a:tr>
              <a:tr h="365750">
                <a:tc>
                  <a:txBody>
                    <a:bodyPr/>
                    <a:lstStyle/>
                    <a:p>
                      <a:pPr marL="0" marR="0" lvl="0" indent="0" algn="l" rtl="0">
                        <a:spcBef>
                          <a:spcPts val="0"/>
                        </a:spcBef>
                        <a:spcAft>
                          <a:spcPts val="0"/>
                        </a:spcAft>
                        <a:buClr>
                          <a:schemeClr val="dk1"/>
                        </a:buClr>
                        <a:buSzPts val="1800"/>
                        <a:buFont typeface="Calibri"/>
                        <a:buNone/>
                      </a:pPr>
                      <a:r>
                        <a:rPr lang="en-IN" sz="1800" u="none" strike="noStrike" cap="none"/>
                        <a:t>2</a:t>
                      </a:r>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a:t>Ravi</a:t>
                      </a:r>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dirty="0"/>
                        <a:t>C2</a:t>
                      </a:r>
                      <a:endParaRPr dirty="0"/>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dirty="0"/>
                        <a:t>JAVA</a:t>
                      </a:r>
                      <a:endParaRPr dirty="0"/>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a:t>F2</a:t>
                      </a:r>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a:t>Bob</a:t>
                      </a:r>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dirty="0"/>
                        <a:t>4000</a:t>
                      </a:r>
                      <a:endParaRPr dirty="0"/>
                    </a:p>
                  </a:txBody>
                  <a:tcPr marL="91450" marR="91450" marT="45725" marB="45725"/>
                </a:tc>
                <a:extLst>
                  <a:ext uri="{0D108BD9-81ED-4DB2-BD59-A6C34878D82A}">
                    <a16:rowId xmlns:a16="http://schemas.microsoft.com/office/drawing/2014/main" val="10002"/>
                  </a:ext>
                </a:extLst>
              </a:tr>
              <a:tr h="365750">
                <a:tc>
                  <a:txBody>
                    <a:bodyPr/>
                    <a:lstStyle/>
                    <a:p>
                      <a:pPr marL="0" marR="0" lvl="0" indent="0" algn="l" rtl="0">
                        <a:spcBef>
                          <a:spcPts val="0"/>
                        </a:spcBef>
                        <a:spcAft>
                          <a:spcPts val="0"/>
                        </a:spcAft>
                        <a:buClr>
                          <a:schemeClr val="dk1"/>
                        </a:buClr>
                        <a:buSzPts val="1800"/>
                        <a:buFont typeface="Calibri"/>
                        <a:buNone/>
                      </a:pPr>
                      <a:r>
                        <a:rPr lang="en-IN" sz="1800" u="none" strike="noStrike" cap="none"/>
                        <a:t>3</a:t>
                      </a:r>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dirty="0"/>
                        <a:t>Nitin</a:t>
                      </a:r>
                      <a:endParaRPr dirty="0"/>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dirty="0">
                          <a:solidFill>
                            <a:srgbClr val="FF0000"/>
                          </a:solidFill>
                        </a:rPr>
                        <a:t>C1</a:t>
                      </a:r>
                      <a:endParaRPr dirty="0">
                        <a:solidFill>
                          <a:srgbClr val="FF0000"/>
                        </a:solidFill>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US" sz="1800" u="none" strike="noStrike" cap="none" dirty="0">
                          <a:solidFill>
                            <a:srgbClr val="FF0000"/>
                          </a:solidFill>
                        </a:rPr>
                        <a:t>D</a:t>
                      </a:r>
                      <a:r>
                        <a:rPr lang="en-IN" sz="1800" u="none" strike="noStrike" cap="none" dirty="0">
                          <a:solidFill>
                            <a:srgbClr val="FF0000"/>
                          </a:solidFill>
                        </a:rPr>
                        <a:t>BMS</a:t>
                      </a:r>
                      <a:endParaRPr dirty="0">
                        <a:solidFill>
                          <a:srgbClr val="FF0000"/>
                        </a:solidFill>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dirty="0">
                          <a:solidFill>
                            <a:srgbClr val="FF0000"/>
                          </a:solidFill>
                        </a:rPr>
                        <a:t>F1</a:t>
                      </a:r>
                      <a:endParaRPr dirty="0">
                        <a:solidFill>
                          <a:srgbClr val="FF0000"/>
                        </a:solidFill>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dirty="0">
                          <a:solidFill>
                            <a:srgbClr val="FF0000"/>
                          </a:solidFill>
                        </a:rPr>
                        <a:t>John</a:t>
                      </a:r>
                      <a:endParaRPr dirty="0">
                        <a:solidFill>
                          <a:srgbClr val="FF0000"/>
                        </a:solidFill>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dirty="0">
                          <a:solidFill>
                            <a:srgbClr val="FF0000"/>
                          </a:solidFill>
                        </a:rPr>
                        <a:t>3000</a:t>
                      </a:r>
                      <a:endParaRPr dirty="0">
                        <a:solidFill>
                          <a:srgbClr val="FF0000"/>
                        </a:solidFill>
                      </a:endParaRPr>
                    </a:p>
                  </a:txBody>
                  <a:tcPr marL="91450" marR="91450" marT="45725" marB="45725"/>
                </a:tc>
                <a:extLst>
                  <a:ext uri="{0D108BD9-81ED-4DB2-BD59-A6C34878D82A}">
                    <a16:rowId xmlns:a16="http://schemas.microsoft.com/office/drawing/2014/main" val="10003"/>
                  </a:ext>
                </a:extLst>
              </a:tr>
              <a:tr h="365750">
                <a:tc>
                  <a:txBody>
                    <a:bodyPr/>
                    <a:lstStyle/>
                    <a:p>
                      <a:pPr marL="0" marR="0" lvl="0" indent="0" algn="l" rtl="0">
                        <a:spcBef>
                          <a:spcPts val="0"/>
                        </a:spcBef>
                        <a:spcAft>
                          <a:spcPts val="0"/>
                        </a:spcAft>
                        <a:buClr>
                          <a:schemeClr val="dk1"/>
                        </a:buClr>
                        <a:buSzPts val="1800"/>
                        <a:buFont typeface="Calibri"/>
                        <a:buNone/>
                      </a:pPr>
                      <a:r>
                        <a:rPr lang="en-IN" sz="1800" u="none" strike="noStrike" cap="none"/>
                        <a:t>4</a:t>
                      </a:r>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a:t>Amrit</a:t>
                      </a:r>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dirty="0">
                          <a:solidFill>
                            <a:srgbClr val="FF0000"/>
                          </a:solidFill>
                        </a:rPr>
                        <a:t>C1</a:t>
                      </a:r>
                      <a:endParaRPr dirty="0">
                        <a:solidFill>
                          <a:srgbClr val="FF0000"/>
                        </a:solidFill>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dirty="0">
                          <a:solidFill>
                            <a:srgbClr val="FF0000"/>
                          </a:solidFill>
                        </a:rPr>
                        <a:t>DBMS</a:t>
                      </a:r>
                      <a:endParaRPr dirty="0">
                        <a:solidFill>
                          <a:srgbClr val="FF0000"/>
                        </a:solidFill>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dirty="0">
                          <a:solidFill>
                            <a:srgbClr val="FF0000"/>
                          </a:solidFill>
                        </a:rPr>
                        <a:t>F1</a:t>
                      </a:r>
                      <a:endParaRPr dirty="0">
                        <a:solidFill>
                          <a:srgbClr val="FF0000"/>
                        </a:solidFill>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dirty="0">
                          <a:solidFill>
                            <a:srgbClr val="FF0000"/>
                          </a:solidFill>
                        </a:rPr>
                        <a:t>John</a:t>
                      </a:r>
                      <a:endParaRPr dirty="0">
                        <a:solidFill>
                          <a:srgbClr val="FF0000"/>
                        </a:solidFill>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dirty="0">
                          <a:solidFill>
                            <a:srgbClr val="FF0000"/>
                          </a:solidFill>
                        </a:rPr>
                        <a:t>3000</a:t>
                      </a:r>
                      <a:endParaRPr dirty="0">
                        <a:solidFill>
                          <a:srgbClr val="FF0000"/>
                        </a:solidFill>
                      </a:endParaRPr>
                    </a:p>
                  </a:txBody>
                  <a:tcPr marL="91450" marR="91450" marT="45725" marB="45725"/>
                </a:tc>
                <a:extLst>
                  <a:ext uri="{0D108BD9-81ED-4DB2-BD59-A6C34878D82A}">
                    <a16:rowId xmlns:a16="http://schemas.microsoft.com/office/drawing/2014/main" val="10004"/>
                  </a:ext>
                </a:extLst>
              </a:tr>
            </a:tbl>
          </a:graphicData>
        </a:graphic>
      </p:graphicFrame>
      <p:sp>
        <p:nvSpPr>
          <p:cNvPr id="124" name="Google Shape;124;p4"/>
          <p:cNvSpPr txBox="1"/>
          <p:nvPr/>
        </p:nvSpPr>
        <p:spPr>
          <a:xfrm>
            <a:off x="723265" y="4395470"/>
            <a:ext cx="2486025" cy="368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a:solidFill>
                  <a:schemeClr val="dk1"/>
                </a:solidFill>
                <a:latin typeface="Calibri"/>
                <a:ea typeface="Calibri"/>
                <a:cs typeface="Calibri"/>
                <a:sym typeface="Calibri"/>
              </a:rPr>
              <a:t>Row Level</a:t>
            </a:r>
            <a:endParaRPr/>
          </a:p>
        </p:txBody>
      </p:sp>
      <p:sp>
        <p:nvSpPr>
          <p:cNvPr id="125" name="Google Shape;125;p4"/>
          <p:cNvSpPr txBox="1"/>
          <p:nvPr/>
        </p:nvSpPr>
        <p:spPr>
          <a:xfrm>
            <a:off x="4463415" y="4384675"/>
            <a:ext cx="5458460" cy="368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a:solidFill>
                  <a:schemeClr val="dk1"/>
                </a:solidFill>
                <a:latin typeface="Calibri"/>
                <a:ea typeface="Calibri"/>
                <a:cs typeface="Calibri"/>
                <a:sym typeface="Calibri"/>
              </a:rPr>
              <a:t>Column Level</a:t>
            </a:r>
            <a:endParaRPr/>
          </a:p>
        </p:txBody>
      </p:sp>
      <p:sp>
        <p:nvSpPr>
          <p:cNvPr id="126" name="Google Shape;126;p4"/>
          <p:cNvSpPr txBox="1"/>
          <p:nvPr/>
        </p:nvSpPr>
        <p:spPr>
          <a:xfrm>
            <a:off x="647700" y="1638935"/>
            <a:ext cx="2907665" cy="368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a:solidFill>
                  <a:schemeClr val="dk1"/>
                </a:solidFill>
                <a:latin typeface="Calibri"/>
                <a:ea typeface="Calibri"/>
                <a:cs typeface="Calibri"/>
                <a:sym typeface="Calibri"/>
              </a:rPr>
              <a:t>Student</a:t>
            </a:r>
            <a:endParaRPr/>
          </a:p>
        </p:txBody>
      </p:sp>
      <p:sp>
        <p:nvSpPr>
          <p:cNvPr id="9" name="Google Shape;131;p5">
            <a:extLst>
              <a:ext uri="{FF2B5EF4-FFF2-40B4-BE49-F238E27FC236}">
                <a16:creationId xmlns:a16="http://schemas.microsoft.com/office/drawing/2014/main" id="{94138D33-93E3-2C7C-3280-10E0467D2F18}"/>
              </a:ext>
            </a:extLst>
          </p:cNvPr>
          <p:cNvSpPr txBox="1">
            <a:spLocks/>
          </p:cNvSpPr>
          <p:nvPr/>
        </p:nvSpPr>
        <p:spPr>
          <a:xfrm>
            <a:off x="131975" y="5025911"/>
            <a:ext cx="11830640" cy="1233486"/>
          </a:xfrm>
          <a:prstGeom prst="rect">
            <a:avLst/>
          </a:prstGeom>
          <a:noFill/>
          <a:ln>
            <a:noFill/>
          </a:ln>
        </p:spPr>
        <p:txBody>
          <a:bodyPr spcFirstLastPara="1" wrap="square" lIns="91425" tIns="45700" rIns="91425" bIns="45700" anchor="ctr" anchorCtr="0">
            <a:normAutofit fontScale="975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Clr>
                <a:srgbClr val="FF0000"/>
              </a:buClr>
              <a:buSzPct val="100000"/>
              <a:buFont typeface="Times New Roman"/>
              <a:buNone/>
            </a:pPr>
            <a:r>
              <a:rPr lang="en-US" sz="2400" dirty="0">
                <a:solidFill>
                  <a:schemeClr val="tx1"/>
                </a:solidFill>
                <a:latin typeface="Times New Roman"/>
                <a:cs typeface="Times New Roman"/>
                <a:sym typeface="Times New Roman"/>
              </a:rPr>
              <a:t>T</a:t>
            </a:r>
            <a:r>
              <a:rPr lang="en-IN" sz="2400" dirty="0">
                <a:solidFill>
                  <a:schemeClr val="tx1"/>
                </a:solidFill>
                <a:latin typeface="Times New Roman"/>
                <a:cs typeface="Times New Roman"/>
                <a:sym typeface="Times New Roman"/>
              </a:rPr>
              <a:t>o Remove Row Level Redundancy, we use Primary Key (Unique + Not Null) concept.</a:t>
            </a:r>
          </a:p>
          <a:p>
            <a:pPr>
              <a:buClr>
                <a:srgbClr val="FF0000"/>
              </a:buClr>
              <a:buSzPct val="100000"/>
              <a:buFont typeface="Times New Roman"/>
              <a:buNone/>
            </a:pPr>
            <a:r>
              <a:rPr lang="en-US" sz="2400" dirty="0">
                <a:solidFill>
                  <a:schemeClr val="tx1"/>
                </a:solidFill>
                <a:latin typeface="Times New Roman"/>
                <a:cs typeface="Times New Roman"/>
                <a:sym typeface="Times New Roman"/>
              </a:rPr>
              <a:t>T</a:t>
            </a:r>
            <a:r>
              <a:rPr lang="en-IN" sz="2400" dirty="0">
                <a:solidFill>
                  <a:schemeClr val="tx1"/>
                </a:solidFill>
                <a:latin typeface="Times New Roman"/>
                <a:cs typeface="Times New Roman"/>
                <a:sym typeface="Times New Roman"/>
              </a:rPr>
              <a:t>o Remove Column Level Redundancy, We use Normalization.</a:t>
            </a:r>
            <a:endParaRPr lang="en-IN" sz="2400" dirty="0">
              <a:solidFill>
                <a:schemeClr val="tx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a:spLocks noGrp="1"/>
          </p:cNvSpPr>
          <p:nvPr>
            <p:ph type="title"/>
          </p:nvPr>
        </p:nvSpPr>
        <p:spPr>
          <a:xfrm>
            <a:off x="303229" y="201272"/>
            <a:ext cx="10515600" cy="624205"/>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FF0000"/>
              </a:buClr>
              <a:buSzPct val="100000"/>
              <a:buFont typeface="Times New Roman"/>
              <a:buNone/>
            </a:pPr>
            <a:r>
              <a:rPr lang="en-IN" dirty="0">
                <a:solidFill>
                  <a:srgbClr val="FF0000"/>
                </a:solidFill>
                <a:latin typeface="Times New Roman"/>
                <a:ea typeface="Times New Roman"/>
                <a:cs typeface="Times New Roman"/>
                <a:sym typeface="Times New Roman"/>
              </a:rPr>
              <a:t>Anomalies</a:t>
            </a:r>
            <a:endParaRPr dirty="0"/>
          </a:p>
        </p:txBody>
      </p:sp>
      <p:sp>
        <p:nvSpPr>
          <p:cNvPr id="132" name="Google Shape;132;p5"/>
          <p:cNvSpPr txBox="1"/>
          <p:nvPr/>
        </p:nvSpPr>
        <p:spPr>
          <a:xfrm>
            <a:off x="303229" y="1020131"/>
            <a:ext cx="11774077" cy="5324494"/>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IN" sz="2000" dirty="0">
                <a:solidFill>
                  <a:schemeClr val="dk1"/>
                </a:solidFill>
                <a:latin typeface="Times New Roman"/>
                <a:ea typeface="Times New Roman"/>
                <a:cs typeface="Times New Roman"/>
                <a:sym typeface="Times New Roman"/>
              </a:rPr>
              <a:t>If a database design is not perfect, it may contain anomalies, which are like a bad dream for any database administrator. Managing a database with anomalies is next to impossible.</a:t>
            </a:r>
            <a:endParaRPr sz="1200" dirty="0"/>
          </a:p>
          <a:p>
            <a:pPr marL="0" marR="0" lvl="0" indent="0" algn="just" rtl="0">
              <a:spcBef>
                <a:spcPts val="0"/>
              </a:spcBef>
              <a:spcAft>
                <a:spcPts val="0"/>
              </a:spcAft>
              <a:buNone/>
            </a:pPr>
            <a:endParaRPr sz="2000"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r>
              <a:rPr lang="en-IN" sz="2000" b="1" dirty="0">
                <a:solidFill>
                  <a:schemeClr val="dk1"/>
                </a:solidFill>
                <a:latin typeface="Times New Roman"/>
                <a:ea typeface="Times New Roman"/>
                <a:cs typeface="Times New Roman"/>
                <a:sym typeface="Times New Roman"/>
              </a:rPr>
              <a:t>Update anomalies</a:t>
            </a:r>
            <a:r>
              <a:rPr lang="en-IN" sz="2000" dirty="0">
                <a:solidFill>
                  <a:schemeClr val="dk1"/>
                </a:solidFill>
                <a:latin typeface="Times New Roman"/>
                <a:ea typeface="Times New Roman"/>
                <a:cs typeface="Times New Roman"/>
                <a:sym typeface="Times New Roman"/>
              </a:rPr>
              <a:t> − If data items are scattered and are not linked to each other properly, then it could lead to strange situations. For example, when we try to update one data item having its copies scattered over several places, a few instances get updated properly while a few others are left with old values. Such instances leave the database in an inconsistent state.(</a:t>
            </a:r>
            <a:r>
              <a:rPr lang="en-IN" sz="2000" dirty="0" err="1">
                <a:solidFill>
                  <a:schemeClr val="dk1"/>
                </a:solidFill>
                <a:latin typeface="Times New Roman"/>
                <a:ea typeface="Times New Roman"/>
                <a:cs typeface="Times New Roman"/>
                <a:sym typeface="Times New Roman"/>
              </a:rPr>
              <a:t>Eg:Update</a:t>
            </a:r>
            <a:r>
              <a:rPr lang="en-IN" sz="2000" dirty="0">
                <a:solidFill>
                  <a:schemeClr val="dk1"/>
                </a:solidFill>
                <a:latin typeface="Times New Roman"/>
                <a:ea typeface="Times New Roman"/>
                <a:cs typeface="Times New Roman"/>
                <a:sym typeface="Times New Roman"/>
              </a:rPr>
              <a:t> Salary of F1 from 30K to 40k, </a:t>
            </a:r>
            <a:r>
              <a:rPr lang="en-IN" sz="2000" dirty="0" err="1">
                <a:solidFill>
                  <a:schemeClr val="dk1"/>
                </a:solidFill>
                <a:latin typeface="Times New Roman"/>
                <a:ea typeface="Times New Roman"/>
                <a:cs typeface="Times New Roman"/>
                <a:sym typeface="Times New Roman"/>
              </a:rPr>
              <a:t>updation</a:t>
            </a:r>
            <a:r>
              <a:rPr lang="en-IN" sz="2000" dirty="0">
                <a:solidFill>
                  <a:schemeClr val="dk1"/>
                </a:solidFill>
                <a:latin typeface="Times New Roman"/>
                <a:ea typeface="Times New Roman"/>
                <a:cs typeface="Times New Roman"/>
                <a:sym typeface="Times New Roman"/>
              </a:rPr>
              <a:t> happens in 3 rows but there is only 1 faculty F1whose salary needs to be changed) </a:t>
            </a:r>
            <a:endParaRPr sz="1200" dirty="0"/>
          </a:p>
          <a:p>
            <a:pPr marL="0" marR="0" lvl="0" indent="0" algn="just" rtl="0">
              <a:spcBef>
                <a:spcPts val="0"/>
              </a:spcBef>
              <a:spcAft>
                <a:spcPts val="0"/>
              </a:spcAft>
              <a:buNone/>
            </a:pPr>
            <a:endParaRPr sz="2000"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r>
              <a:rPr lang="en-IN" sz="2000" b="1" dirty="0">
                <a:solidFill>
                  <a:schemeClr val="dk1"/>
                </a:solidFill>
                <a:latin typeface="Times New Roman"/>
                <a:ea typeface="Times New Roman"/>
                <a:cs typeface="Times New Roman"/>
                <a:sym typeface="Times New Roman"/>
              </a:rPr>
              <a:t>Deletion anomalies</a:t>
            </a:r>
            <a:r>
              <a:rPr lang="en-IN" sz="2000" dirty="0">
                <a:solidFill>
                  <a:schemeClr val="dk1"/>
                </a:solidFill>
                <a:latin typeface="Times New Roman"/>
                <a:ea typeface="Times New Roman"/>
                <a:cs typeface="Times New Roman"/>
                <a:sym typeface="Times New Roman"/>
              </a:rPr>
              <a:t> − We tried to delete a record, but parts of it was left undeleted because of unawareness, the data is also saved somewhere else.(</a:t>
            </a:r>
            <a:r>
              <a:rPr lang="en-IN" sz="2000" dirty="0" err="1">
                <a:solidFill>
                  <a:schemeClr val="dk1"/>
                </a:solidFill>
                <a:latin typeface="Times New Roman"/>
                <a:ea typeface="Times New Roman"/>
                <a:cs typeface="Times New Roman"/>
                <a:sym typeface="Times New Roman"/>
              </a:rPr>
              <a:t>Eg</a:t>
            </a:r>
            <a:r>
              <a:rPr lang="en-IN" sz="2000" dirty="0">
                <a:solidFill>
                  <a:schemeClr val="dk1"/>
                </a:solidFill>
                <a:latin typeface="Times New Roman"/>
                <a:ea typeface="Times New Roman"/>
                <a:cs typeface="Times New Roman"/>
                <a:sym typeface="Times New Roman"/>
              </a:rPr>
              <a:t>: Delete SID=1, but data of faculty details will vanish if faculty handles only for 1 student)</a:t>
            </a:r>
            <a:endParaRPr sz="1200" dirty="0"/>
          </a:p>
          <a:p>
            <a:pPr marL="0" marR="0" lvl="0" indent="0" algn="just" rtl="0">
              <a:spcBef>
                <a:spcPts val="0"/>
              </a:spcBef>
              <a:spcAft>
                <a:spcPts val="0"/>
              </a:spcAft>
              <a:buNone/>
            </a:pPr>
            <a:endParaRPr sz="2000"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r>
              <a:rPr lang="en-IN" sz="2000" b="1" dirty="0">
                <a:solidFill>
                  <a:schemeClr val="dk1"/>
                </a:solidFill>
                <a:latin typeface="Times New Roman"/>
                <a:ea typeface="Times New Roman"/>
                <a:cs typeface="Times New Roman"/>
                <a:sym typeface="Times New Roman"/>
              </a:rPr>
              <a:t>Insert anomalies</a:t>
            </a:r>
            <a:r>
              <a:rPr lang="en-IN" sz="2000" dirty="0">
                <a:solidFill>
                  <a:schemeClr val="dk1"/>
                </a:solidFill>
                <a:latin typeface="Times New Roman"/>
                <a:ea typeface="Times New Roman"/>
                <a:cs typeface="Times New Roman"/>
                <a:sym typeface="Times New Roman"/>
              </a:rPr>
              <a:t> − We tried to insert data in a record that does not exist at all.</a:t>
            </a:r>
          </a:p>
          <a:p>
            <a:pPr marL="0" marR="0" lvl="0" indent="0" algn="just" rtl="0">
              <a:spcBef>
                <a:spcPts val="0"/>
              </a:spcBef>
              <a:spcAft>
                <a:spcPts val="0"/>
              </a:spcAft>
              <a:buNone/>
            </a:pPr>
            <a:r>
              <a:rPr lang="en-IN" sz="2000" dirty="0" err="1">
                <a:solidFill>
                  <a:schemeClr val="dk1"/>
                </a:solidFill>
                <a:latin typeface="Times New Roman"/>
                <a:cs typeface="Times New Roman"/>
                <a:sym typeface="Times New Roman"/>
              </a:rPr>
              <a:t>Eg</a:t>
            </a:r>
            <a:r>
              <a:rPr lang="en-IN" sz="2000" dirty="0">
                <a:solidFill>
                  <a:schemeClr val="dk1"/>
                </a:solidFill>
                <a:latin typeface="Times New Roman"/>
                <a:cs typeface="Times New Roman"/>
                <a:sym typeface="Times New Roman"/>
              </a:rPr>
              <a:t>: Introduce New course ID / Course Name (MBBS) without adding Student. </a:t>
            </a:r>
          </a:p>
          <a:p>
            <a:pPr marL="0" marR="0" lvl="0" indent="0" algn="just" rtl="0">
              <a:spcBef>
                <a:spcPts val="0"/>
              </a:spcBef>
              <a:spcAft>
                <a:spcPts val="0"/>
              </a:spcAft>
              <a:buNone/>
            </a:pPr>
            <a:endParaRPr lang="en-IN" sz="2000" dirty="0">
              <a:solidFill>
                <a:schemeClr val="dk1"/>
              </a:solidFill>
              <a:latin typeface="Times New Roman"/>
              <a:cs typeface="Times New Roman"/>
              <a:sym typeface="Times New Roman"/>
            </a:endParaRPr>
          </a:p>
          <a:p>
            <a:pPr marL="0" marR="0" lvl="0" indent="0" algn="just" rtl="0">
              <a:spcBef>
                <a:spcPts val="0"/>
              </a:spcBef>
              <a:spcAft>
                <a:spcPts val="0"/>
              </a:spcAft>
              <a:buNone/>
            </a:pPr>
            <a:r>
              <a:rPr lang="en-IN" sz="2000" dirty="0">
                <a:solidFill>
                  <a:schemeClr val="accent6">
                    <a:lumMod val="50000"/>
                  </a:schemeClr>
                </a:solidFill>
                <a:latin typeface="Times New Roman"/>
                <a:cs typeface="Times New Roman"/>
                <a:sym typeface="Times New Roman"/>
              </a:rPr>
              <a:t>Solution to Problem – Different tables as Students, Course and Faculties.</a:t>
            </a:r>
            <a:endParaRPr sz="1200" dirty="0">
              <a:solidFill>
                <a:schemeClr val="accent6">
                  <a:lumMod val="50000"/>
                </a:schemeClr>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6"/>
          <p:cNvSpPr txBox="1">
            <a:spLocks noGrp="1"/>
          </p:cNvSpPr>
          <p:nvPr>
            <p:ph type="title"/>
          </p:nvPr>
        </p:nvSpPr>
        <p:spPr>
          <a:xfrm>
            <a:off x="838200" y="365125"/>
            <a:ext cx="10515600" cy="61341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FF0000"/>
              </a:buClr>
              <a:buSzPct val="100000"/>
              <a:buFont typeface="Times New Roman"/>
              <a:buNone/>
            </a:pPr>
            <a:r>
              <a:rPr lang="en-IN">
                <a:solidFill>
                  <a:srgbClr val="FF0000"/>
                </a:solidFill>
                <a:latin typeface="Times New Roman"/>
                <a:ea typeface="Times New Roman"/>
                <a:cs typeface="Times New Roman"/>
                <a:sym typeface="Times New Roman"/>
              </a:rPr>
              <a:t>1st Normal Form</a:t>
            </a:r>
            <a:endParaRPr/>
          </a:p>
        </p:txBody>
      </p:sp>
      <p:sp>
        <p:nvSpPr>
          <p:cNvPr id="138" name="Google Shape;138;p6"/>
          <p:cNvSpPr txBox="1"/>
          <p:nvPr/>
        </p:nvSpPr>
        <p:spPr>
          <a:xfrm>
            <a:off x="680085" y="982980"/>
            <a:ext cx="9759950" cy="415417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400" dirty="0">
                <a:solidFill>
                  <a:schemeClr val="dk1"/>
                </a:solidFill>
                <a:latin typeface="Times New Roman"/>
                <a:ea typeface="Times New Roman"/>
                <a:cs typeface="Times New Roman"/>
                <a:sym typeface="Times New Roman"/>
              </a:rPr>
              <a:t>If a relation contains a composite or multi-valued attribute, it violates the first normal form, or the relation is in first normal form if it does not contain any composite or multi-valued attribute. A relation is in first normal form if every attribute in that relation is singled valued attribute. </a:t>
            </a:r>
            <a:endParaRPr dirty="0"/>
          </a:p>
          <a:p>
            <a:pPr marL="0" marR="0" lvl="0" indent="0" algn="l" rtl="0">
              <a:spcBef>
                <a:spcPts val="0"/>
              </a:spcBef>
              <a:spcAft>
                <a:spcPts val="0"/>
              </a:spcAft>
              <a:buNone/>
            </a:pPr>
            <a:endParaRPr sz="2400"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IN" sz="2400" b="1" dirty="0">
                <a:solidFill>
                  <a:schemeClr val="dk1"/>
                </a:solidFill>
                <a:latin typeface="Times New Roman"/>
                <a:ea typeface="Times New Roman"/>
                <a:cs typeface="Times New Roman"/>
                <a:sym typeface="Times New Roman"/>
              </a:rPr>
              <a:t>A table is in 1 NF if: </a:t>
            </a:r>
            <a:endParaRPr dirty="0"/>
          </a:p>
          <a:p>
            <a:pPr marL="0" marR="0" lvl="0" indent="0" algn="l" rtl="0">
              <a:spcBef>
                <a:spcPts val="0"/>
              </a:spcBef>
              <a:spcAft>
                <a:spcPts val="0"/>
              </a:spcAft>
              <a:buNone/>
            </a:pPr>
            <a:endParaRPr sz="2400" dirty="0">
              <a:solidFill>
                <a:schemeClr val="dk1"/>
              </a:solidFill>
              <a:latin typeface="Times New Roman"/>
              <a:ea typeface="Times New Roman"/>
              <a:cs typeface="Times New Roman"/>
              <a:sym typeface="Times New Roman"/>
            </a:endParaRPr>
          </a:p>
          <a:p>
            <a:pPr marL="342900" marR="0" lvl="0" indent="-342900" algn="l" rtl="0">
              <a:spcBef>
                <a:spcPts val="0"/>
              </a:spcBef>
              <a:spcAft>
                <a:spcPts val="0"/>
              </a:spcAft>
              <a:buClr>
                <a:schemeClr val="dk1"/>
              </a:buClr>
              <a:buSzPts val="2400"/>
              <a:buFont typeface="Arial"/>
              <a:buChar char="•"/>
            </a:pPr>
            <a:r>
              <a:rPr lang="en-IN" sz="2400" dirty="0">
                <a:solidFill>
                  <a:schemeClr val="dk1"/>
                </a:solidFill>
                <a:latin typeface="Times New Roman"/>
                <a:ea typeface="Times New Roman"/>
                <a:cs typeface="Times New Roman"/>
                <a:sym typeface="Times New Roman"/>
              </a:rPr>
              <a:t>There are only Single Valued Attributes.</a:t>
            </a:r>
            <a:endParaRPr dirty="0"/>
          </a:p>
          <a:p>
            <a:pPr marL="342900" marR="0" lvl="0" indent="-342900" algn="l" rtl="0">
              <a:spcBef>
                <a:spcPts val="0"/>
              </a:spcBef>
              <a:spcAft>
                <a:spcPts val="0"/>
              </a:spcAft>
              <a:buClr>
                <a:schemeClr val="dk1"/>
              </a:buClr>
              <a:buSzPts val="2400"/>
              <a:buFont typeface="Arial"/>
              <a:buChar char="•"/>
            </a:pPr>
            <a:r>
              <a:rPr lang="en-IN" sz="2400" dirty="0">
                <a:solidFill>
                  <a:schemeClr val="dk1"/>
                </a:solidFill>
                <a:latin typeface="Times New Roman"/>
                <a:ea typeface="Times New Roman"/>
                <a:cs typeface="Times New Roman"/>
                <a:sym typeface="Times New Roman"/>
              </a:rPr>
              <a:t>Attribute Domain does not change.</a:t>
            </a:r>
            <a:endParaRPr dirty="0"/>
          </a:p>
          <a:p>
            <a:pPr marL="342900" marR="0" lvl="0" indent="-342900" algn="l" rtl="0">
              <a:spcBef>
                <a:spcPts val="0"/>
              </a:spcBef>
              <a:spcAft>
                <a:spcPts val="0"/>
              </a:spcAft>
              <a:buClr>
                <a:schemeClr val="dk1"/>
              </a:buClr>
              <a:buSzPts val="2400"/>
              <a:buFont typeface="Arial"/>
              <a:buChar char="•"/>
            </a:pPr>
            <a:r>
              <a:rPr lang="en-IN" sz="2400" dirty="0">
                <a:solidFill>
                  <a:schemeClr val="dk1"/>
                </a:solidFill>
                <a:latin typeface="Times New Roman"/>
                <a:ea typeface="Times New Roman"/>
                <a:cs typeface="Times New Roman"/>
                <a:sym typeface="Times New Roman"/>
              </a:rPr>
              <a:t>There is a unique name for every Attribute/Column.</a:t>
            </a:r>
            <a:endParaRPr dirty="0"/>
          </a:p>
          <a:p>
            <a:pPr marL="342900" marR="0" lvl="0" indent="-342900" algn="l" rtl="0">
              <a:spcBef>
                <a:spcPts val="0"/>
              </a:spcBef>
              <a:spcAft>
                <a:spcPts val="0"/>
              </a:spcAft>
              <a:buClr>
                <a:schemeClr val="dk1"/>
              </a:buClr>
              <a:buSzPts val="2400"/>
              <a:buFont typeface="Arial"/>
              <a:buChar char="•"/>
            </a:pPr>
            <a:r>
              <a:rPr lang="en-IN" sz="2400" dirty="0">
                <a:solidFill>
                  <a:schemeClr val="dk1"/>
                </a:solidFill>
                <a:latin typeface="Times New Roman"/>
                <a:ea typeface="Times New Roman"/>
                <a:cs typeface="Times New Roman"/>
                <a:sym typeface="Times New Roman"/>
              </a:rPr>
              <a:t>The order in which data is stored does not matter. </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7"/>
          <p:cNvSpPr txBox="1">
            <a:spLocks noGrp="1"/>
          </p:cNvSpPr>
          <p:nvPr>
            <p:ph type="title"/>
          </p:nvPr>
        </p:nvSpPr>
        <p:spPr>
          <a:xfrm>
            <a:off x="838200" y="365125"/>
            <a:ext cx="10515600" cy="21336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IN"/>
              <a:t>Ex.</a:t>
            </a:r>
            <a:endParaRPr/>
          </a:p>
        </p:txBody>
      </p:sp>
      <p:sp>
        <p:nvSpPr>
          <p:cNvPr id="144" name="Google Shape;144;p7"/>
          <p:cNvSpPr txBox="1"/>
          <p:nvPr/>
        </p:nvSpPr>
        <p:spPr>
          <a:xfrm>
            <a:off x="1015365" y="970915"/>
            <a:ext cx="10267950" cy="132207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000">
                <a:solidFill>
                  <a:schemeClr val="dk1"/>
                </a:solidFill>
                <a:latin typeface="Times New Roman"/>
                <a:ea typeface="Times New Roman"/>
                <a:cs typeface="Times New Roman"/>
                <a:sym typeface="Times New Roman"/>
              </a:rPr>
              <a:t>Example-1: </a:t>
            </a:r>
            <a:endParaRPr/>
          </a:p>
          <a:p>
            <a:pPr marL="0" marR="0" lvl="0" indent="0" algn="l" rtl="0">
              <a:spcBef>
                <a:spcPts val="0"/>
              </a:spcBef>
              <a:spcAft>
                <a:spcPts val="0"/>
              </a:spcAft>
              <a:buNone/>
            </a:pPr>
            <a:r>
              <a:rPr lang="en-IN" sz="2000">
                <a:solidFill>
                  <a:schemeClr val="dk1"/>
                </a:solidFill>
                <a:latin typeface="Times New Roman"/>
                <a:ea typeface="Times New Roman"/>
                <a:cs typeface="Times New Roman"/>
                <a:sym typeface="Times New Roman"/>
              </a:rPr>
              <a:t>Relation STUDENT in table 1 is not in 1NF because of multi-valued attribute STUD_PHONE. Its decomposition into 1NF has been shown in table 2. </a:t>
            </a:r>
            <a:endParaRPr/>
          </a:p>
          <a:p>
            <a:pPr marL="0" marR="0" lvl="0" indent="0" algn="l" rtl="0">
              <a:spcBef>
                <a:spcPts val="0"/>
              </a:spcBef>
              <a:spcAft>
                <a:spcPts val="0"/>
              </a:spcAft>
              <a:buNone/>
            </a:pPr>
            <a:endParaRPr sz="2000">
              <a:solidFill>
                <a:schemeClr val="dk1"/>
              </a:solidFill>
              <a:latin typeface="Times New Roman"/>
              <a:ea typeface="Times New Roman"/>
              <a:cs typeface="Times New Roman"/>
              <a:sym typeface="Times New Roman"/>
            </a:endParaRPr>
          </a:p>
        </p:txBody>
      </p:sp>
      <p:pic>
        <p:nvPicPr>
          <p:cNvPr id="145" name="Google Shape;145;p7" descr="Normalisation_normalforms_1"/>
          <p:cNvPicPr preferRelativeResize="0">
            <a:picLocks noGrp="1"/>
          </p:cNvPicPr>
          <p:nvPr>
            <p:ph type="body" idx="1"/>
          </p:nvPr>
        </p:nvPicPr>
        <p:blipFill rotWithShape="1">
          <a:blip r:embed="rId3">
            <a:alphaModFix/>
          </a:blip>
          <a:srcRect/>
          <a:stretch/>
        </p:blipFill>
        <p:spPr>
          <a:xfrm>
            <a:off x="938530" y="1892935"/>
            <a:ext cx="10415270" cy="4700905"/>
          </a:xfrm>
          <a:prstGeom prst="rect">
            <a:avLst/>
          </a:prstGeom>
          <a:noFill/>
          <a:ln>
            <a:noFill/>
          </a:ln>
        </p:spPr>
      </p:pic>
      <p:sp>
        <p:nvSpPr>
          <p:cNvPr id="146" name="Google Shape;146;p7"/>
          <p:cNvSpPr txBox="1"/>
          <p:nvPr/>
        </p:nvSpPr>
        <p:spPr>
          <a:xfrm>
            <a:off x="4214495" y="439420"/>
            <a:ext cx="4291965" cy="368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a:solidFill>
                  <a:schemeClr val="dk1"/>
                </a:solidFill>
                <a:latin typeface="Calibri"/>
                <a:ea typeface="Calibri"/>
                <a:cs typeface="Calibri"/>
                <a:sym typeface="Calibri"/>
              </a:rPr>
              <a:t>where stud_name=Ram</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8"/>
          <p:cNvSpPr txBox="1">
            <a:spLocks noGrp="1"/>
          </p:cNvSpPr>
          <p:nvPr>
            <p:ph type="title"/>
          </p:nvPr>
        </p:nvSpPr>
        <p:spPr>
          <a:xfrm>
            <a:off x="39223" y="32365"/>
            <a:ext cx="4606708" cy="79327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IN" dirty="0"/>
              <a:t>1st Normal Form</a:t>
            </a:r>
            <a:endParaRPr dirty="0"/>
          </a:p>
        </p:txBody>
      </p:sp>
      <p:graphicFrame>
        <p:nvGraphicFramePr>
          <p:cNvPr id="152" name="Google Shape;152;p8"/>
          <p:cNvGraphicFramePr/>
          <p:nvPr>
            <p:extLst>
              <p:ext uri="{D42A27DB-BD31-4B8C-83A1-F6EECF244321}">
                <p14:modId xmlns:p14="http://schemas.microsoft.com/office/powerpoint/2010/main" val="40925539"/>
              </p:ext>
            </p:extLst>
          </p:nvPr>
        </p:nvGraphicFramePr>
        <p:xfrm>
          <a:off x="564578" y="731950"/>
          <a:ext cx="3110850" cy="2283500"/>
        </p:xfrm>
        <a:graphic>
          <a:graphicData uri="http://schemas.openxmlformats.org/drawingml/2006/table">
            <a:tbl>
              <a:tblPr firstRow="1" bandRow="1">
                <a:noFill/>
                <a:tableStyleId>{97450010-1B03-41FE-BF6F-0C408CD2FB8C}</a:tableStyleId>
              </a:tblPr>
              <a:tblGrid>
                <a:gridCol w="1036950">
                  <a:extLst>
                    <a:ext uri="{9D8B030D-6E8A-4147-A177-3AD203B41FA5}">
                      <a16:colId xmlns:a16="http://schemas.microsoft.com/office/drawing/2014/main" val="20000"/>
                    </a:ext>
                  </a:extLst>
                </a:gridCol>
                <a:gridCol w="1036950">
                  <a:extLst>
                    <a:ext uri="{9D8B030D-6E8A-4147-A177-3AD203B41FA5}">
                      <a16:colId xmlns:a16="http://schemas.microsoft.com/office/drawing/2014/main" val="20001"/>
                    </a:ext>
                  </a:extLst>
                </a:gridCol>
                <a:gridCol w="1036950">
                  <a:extLst>
                    <a:ext uri="{9D8B030D-6E8A-4147-A177-3AD203B41FA5}">
                      <a16:colId xmlns:a16="http://schemas.microsoft.com/office/drawing/2014/main" val="20002"/>
                    </a:ext>
                  </a:extLst>
                </a:gridCol>
              </a:tblGrid>
              <a:tr h="570875">
                <a:tc>
                  <a:txBody>
                    <a:bodyPr/>
                    <a:lstStyle/>
                    <a:p>
                      <a:pPr marL="0" marR="0" lvl="0" indent="0" algn="l" rtl="0">
                        <a:spcBef>
                          <a:spcPts val="0"/>
                        </a:spcBef>
                        <a:spcAft>
                          <a:spcPts val="0"/>
                        </a:spcAft>
                        <a:buClr>
                          <a:schemeClr val="dk1"/>
                        </a:buClr>
                        <a:buSzPts val="1800"/>
                        <a:buFont typeface="Calibri"/>
                        <a:buNone/>
                      </a:pPr>
                      <a:r>
                        <a:rPr lang="en-IN" sz="1800" u="none" strike="noStrike" cap="none"/>
                        <a:t>Roll No </a:t>
                      </a:r>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a:t>Name </a:t>
                      </a:r>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a:t>Course</a:t>
                      </a:r>
                      <a:endParaRPr/>
                    </a:p>
                  </a:txBody>
                  <a:tcPr marL="91450" marR="91450" marT="45725" marB="45725"/>
                </a:tc>
                <a:extLst>
                  <a:ext uri="{0D108BD9-81ED-4DB2-BD59-A6C34878D82A}">
                    <a16:rowId xmlns:a16="http://schemas.microsoft.com/office/drawing/2014/main" val="10000"/>
                  </a:ext>
                </a:extLst>
              </a:tr>
              <a:tr h="570875">
                <a:tc>
                  <a:txBody>
                    <a:bodyPr/>
                    <a:lstStyle/>
                    <a:p>
                      <a:pPr marL="0" marR="0" lvl="0" indent="0" algn="l" rtl="0">
                        <a:spcBef>
                          <a:spcPts val="0"/>
                        </a:spcBef>
                        <a:spcAft>
                          <a:spcPts val="0"/>
                        </a:spcAft>
                        <a:buClr>
                          <a:schemeClr val="dk1"/>
                        </a:buClr>
                        <a:buSzPts val="1800"/>
                        <a:buFont typeface="Calibri"/>
                        <a:buNone/>
                      </a:pPr>
                      <a:r>
                        <a:rPr lang="en-IN" sz="1800" u="none" strike="noStrike" cap="none" dirty="0"/>
                        <a:t>1</a:t>
                      </a:r>
                      <a:endParaRPr dirty="0"/>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a:t>sai</a:t>
                      </a:r>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dirty="0">
                          <a:solidFill>
                            <a:srgbClr val="FF0000"/>
                          </a:solidFill>
                        </a:rPr>
                        <a:t>c/</a:t>
                      </a:r>
                      <a:r>
                        <a:rPr lang="en-IN" sz="1800" u="none" strike="noStrike" cap="none" dirty="0" err="1">
                          <a:solidFill>
                            <a:srgbClr val="FF0000"/>
                          </a:solidFill>
                        </a:rPr>
                        <a:t>c++</a:t>
                      </a:r>
                      <a:endParaRPr dirty="0">
                        <a:solidFill>
                          <a:srgbClr val="FF0000"/>
                        </a:solidFill>
                      </a:endParaRPr>
                    </a:p>
                  </a:txBody>
                  <a:tcPr marL="91450" marR="91450" marT="45725" marB="45725"/>
                </a:tc>
                <a:extLst>
                  <a:ext uri="{0D108BD9-81ED-4DB2-BD59-A6C34878D82A}">
                    <a16:rowId xmlns:a16="http://schemas.microsoft.com/office/drawing/2014/main" val="10001"/>
                  </a:ext>
                </a:extLst>
              </a:tr>
              <a:tr h="570875">
                <a:tc>
                  <a:txBody>
                    <a:bodyPr/>
                    <a:lstStyle/>
                    <a:p>
                      <a:pPr marL="0" marR="0" lvl="0" indent="0" algn="l" rtl="0">
                        <a:spcBef>
                          <a:spcPts val="0"/>
                        </a:spcBef>
                        <a:spcAft>
                          <a:spcPts val="0"/>
                        </a:spcAft>
                        <a:buClr>
                          <a:schemeClr val="dk1"/>
                        </a:buClr>
                        <a:buSzPts val="1800"/>
                        <a:buFont typeface="Calibri"/>
                        <a:buNone/>
                      </a:pPr>
                      <a:r>
                        <a:rPr lang="en-IN" sz="1800" u="none" strike="noStrike" cap="none"/>
                        <a:t>2</a:t>
                      </a:r>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a:t>Ram</a:t>
                      </a:r>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a:t>Java</a:t>
                      </a:r>
                      <a:endParaRPr/>
                    </a:p>
                  </a:txBody>
                  <a:tcPr marL="91450" marR="91450" marT="45725" marB="45725"/>
                </a:tc>
                <a:extLst>
                  <a:ext uri="{0D108BD9-81ED-4DB2-BD59-A6C34878D82A}">
                    <a16:rowId xmlns:a16="http://schemas.microsoft.com/office/drawing/2014/main" val="10002"/>
                  </a:ext>
                </a:extLst>
              </a:tr>
              <a:tr h="570875">
                <a:tc>
                  <a:txBody>
                    <a:bodyPr/>
                    <a:lstStyle/>
                    <a:p>
                      <a:pPr marL="0" marR="0" lvl="0" indent="0" algn="l" rtl="0">
                        <a:spcBef>
                          <a:spcPts val="0"/>
                        </a:spcBef>
                        <a:spcAft>
                          <a:spcPts val="0"/>
                        </a:spcAft>
                        <a:buClr>
                          <a:schemeClr val="dk1"/>
                        </a:buClr>
                        <a:buSzPts val="1800"/>
                        <a:buFont typeface="Calibri"/>
                        <a:buNone/>
                      </a:pPr>
                      <a:r>
                        <a:rPr lang="en-IN" sz="1800" u="none" strike="noStrike" cap="none"/>
                        <a:t>3</a:t>
                      </a:r>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dirty="0"/>
                        <a:t>Omkar</a:t>
                      </a:r>
                      <a:endParaRPr dirty="0"/>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dirty="0">
                          <a:solidFill>
                            <a:srgbClr val="FF0000"/>
                          </a:solidFill>
                        </a:rPr>
                        <a:t>C/DBMS</a:t>
                      </a:r>
                      <a:endParaRPr dirty="0">
                        <a:solidFill>
                          <a:srgbClr val="FF0000"/>
                        </a:solidFill>
                      </a:endParaRPr>
                    </a:p>
                  </a:txBody>
                  <a:tcPr marL="91450" marR="91450" marT="45725" marB="45725"/>
                </a:tc>
                <a:extLst>
                  <a:ext uri="{0D108BD9-81ED-4DB2-BD59-A6C34878D82A}">
                    <a16:rowId xmlns:a16="http://schemas.microsoft.com/office/drawing/2014/main" val="10003"/>
                  </a:ext>
                </a:extLst>
              </a:tr>
            </a:tbl>
          </a:graphicData>
        </a:graphic>
      </p:graphicFrame>
      <p:graphicFrame>
        <p:nvGraphicFramePr>
          <p:cNvPr id="153" name="Google Shape;153;p8"/>
          <p:cNvGraphicFramePr/>
          <p:nvPr>
            <p:extLst>
              <p:ext uri="{D42A27DB-BD31-4B8C-83A1-F6EECF244321}">
                <p14:modId xmlns:p14="http://schemas.microsoft.com/office/powerpoint/2010/main" val="863579265"/>
              </p:ext>
            </p:extLst>
          </p:nvPr>
        </p:nvGraphicFramePr>
        <p:xfrm>
          <a:off x="6976755" y="1101725"/>
          <a:ext cx="3392775" cy="2194620"/>
        </p:xfrm>
        <a:graphic>
          <a:graphicData uri="http://schemas.openxmlformats.org/drawingml/2006/table">
            <a:tbl>
              <a:tblPr firstRow="1" bandRow="1">
                <a:noFill/>
                <a:tableStyleId>{97450010-1B03-41FE-BF6F-0C408CD2FB8C}</a:tableStyleId>
              </a:tblPr>
              <a:tblGrid>
                <a:gridCol w="1130925">
                  <a:extLst>
                    <a:ext uri="{9D8B030D-6E8A-4147-A177-3AD203B41FA5}">
                      <a16:colId xmlns:a16="http://schemas.microsoft.com/office/drawing/2014/main" val="20000"/>
                    </a:ext>
                  </a:extLst>
                </a:gridCol>
                <a:gridCol w="1130925">
                  <a:extLst>
                    <a:ext uri="{9D8B030D-6E8A-4147-A177-3AD203B41FA5}">
                      <a16:colId xmlns:a16="http://schemas.microsoft.com/office/drawing/2014/main" val="20001"/>
                    </a:ext>
                  </a:extLst>
                </a:gridCol>
                <a:gridCol w="1130925">
                  <a:extLst>
                    <a:ext uri="{9D8B030D-6E8A-4147-A177-3AD203B41FA5}">
                      <a16:colId xmlns:a16="http://schemas.microsoft.com/office/drawing/2014/main" val="20002"/>
                    </a:ext>
                  </a:extLst>
                </a:gridCol>
              </a:tblGrid>
              <a:tr h="365750">
                <a:tc>
                  <a:txBody>
                    <a:bodyPr/>
                    <a:lstStyle/>
                    <a:p>
                      <a:pPr marL="0" marR="0" lvl="0" indent="0" algn="l" rtl="0">
                        <a:spcBef>
                          <a:spcPts val="0"/>
                        </a:spcBef>
                        <a:spcAft>
                          <a:spcPts val="0"/>
                        </a:spcAft>
                        <a:buClr>
                          <a:schemeClr val="dk1"/>
                        </a:buClr>
                        <a:buSzPts val="1800"/>
                        <a:buFont typeface="Calibri"/>
                        <a:buNone/>
                      </a:pPr>
                      <a:r>
                        <a:rPr lang="en-IN" sz="1800" u="none" strike="noStrike" cap="none"/>
                        <a:t>Roll NO</a:t>
                      </a:r>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a:t>Name </a:t>
                      </a:r>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a:t>Course</a:t>
                      </a:r>
                      <a:endParaRPr/>
                    </a:p>
                  </a:txBody>
                  <a:tcPr marL="91450" marR="91450" marT="45725" marB="45725"/>
                </a:tc>
                <a:extLst>
                  <a:ext uri="{0D108BD9-81ED-4DB2-BD59-A6C34878D82A}">
                    <a16:rowId xmlns:a16="http://schemas.microsoft.com/office/drawing/2014/main" val="10000"/>
                  </a:ext>
                </a:extLst>
              </a:tr>
              <a:tr h="365750">
                <a:tc>
                  <a:txBody>
                    <a:bodyPr/>
                    <a:lstStyle/>
                    <a:p>
                      <a:pPr marL="0" marR="0" lvl="0" indent="0" algn="l" rtl="0">
                        <a:spcBef>
                          <a:spcPts val="0"/>
                        </a:spcBef>
                        <a:spcAft>
                          <a:spcPts val="0"/>
                        </a:spcAft>
                        <a:buClr>
                          <a:schemeClr val="dk1"/>
                        </a:buClr>
                        <a:buSzPts val="1800"/>
                        <a:buFont typeface="Calibri"/>
                        <a:buNone/>
                      </a:pPr>
                      <a:r>
                        <a:rPr lang="en-IN" sz="1800" u="none" strike="noStrike" cap="none"/>
                        <a:t>1</a:t>
                      </a:r>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dirty="0" err="1"/>
                        <a:t>sai</a:t>
                      </a:r>
                      <a:endParaRPr dirty="0"/>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US" sz="1800" u="none" strike="noStrike" cap="none" dirty="0"/>
                        <a:t>C</a:t>
                      </a:r>
                      <a:endParaRPr dirty="0"/>
                    </a:p>
                  </a:txBody>
                  <a:tcPr marL="91450" marR="91450" marT="45725" marB="45725"/>
                </a:tc>
                <a:extLst>
                  <a:ext uri="{0D108BD9-81ED-4DB2-BD59-A6C34878D82A}">
                    <a16:rowId xmlns:a16="http://schemas.microsoft.com/office/drawing/2014/main" val="10001"/>
                  </a:ext>
                </a:extLst>
              </a:tr>
              <a:tr h="365750">
                <a:tc>
                  <a:txBody>
                    <a:bodyPr/>
                    <a:lstStyle/>
                    <a:p>
                      <a:pPr marL="0" marR="0" lvl="0" indent="0" algn="l" rtl="0">
                        <a:spcBef>
                          <a:spcPts val="0"/>
                        </a:spcBef>
                        <a:spcAft>
                          <a:spcPts val="0"/>
                        </a:spcAft>
                        <a:buClr>
                          <a:schemeClr val="dk1"/>
                        </a:buClr>
                        <a:buSzPts val="1800"/>
                        <a:buFont typeface="Calibri"/>
                        <a:buNone/>
                      </a:pPr>
                      <a:r>
                        <a:rPr lang="en-IN" sz="1800" u="none" strike="noStrike" cap="none"/>
                        <a:t>1</a:t>
                      </a:r>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a:t>sai</a:t>
                      </a:r>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dirty="0" err="1"/>
                        <a:t>c++</a:t>
                      </a:r>
                      <a:endParaRPr dirty="0"/>
                    </a:p>
                  </a:txBody>
                  <a:tcPr marL="91450" marR="91450" marT="45725" marB="45725"/>
                </a:tc>
                <a:extLst>
                  <a:ext uri="{0D108BD9-81ED-4DB2-BD59-A6C34878D82A}">
                    <a16:rowId xmlns:a16="http://schemas.microsoft.com/office/drawing/2014/main" val="10002"/>
                  </a:ext>
                </a:extLst>
              </a:tr>
              <a:tr h="365750">
                <a:tc>
                  <a:txBody>
                    <a:bodyPr/>
                    <a:lstStyle/>
                    <a:p>
                      <a:pPr marL="0" marR="0" lvl="0" indent="0" algn="l" rtl="0">
                        <a:spcBef>
                          <a:spcPts val="0"/>
                        </a:spcBef>
                        <a:spcAft>
                          <a:spcPts val="0"/>
                        </a:spcAft>
                        <a:buClr>
                          <a:schemeClr val="dk1"/>
                        </a:buClr>
                        <a:buSzPts val="1800"/>
                        <a:buFont typeface="Calibri"/>
                        <a:buNone/>
                      </a:pPr>
                      <a:r>
                        <a:rPr lang="en-IN" sz="1800" u="none" strike="noStrike" cap="none"/>
                        <a:t>2</a:t>
                      </a:r>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dirty="0"/>
                        <a:t>Ram</a:t>
                      </a:r>
                      <a:endParaRPr dirty="0"/>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a:t>java</a:t>
                      </a:r>
                      <a:endParaRPr/>
                    </a:p>
                  </a:txBody>
                  <a:tcPr marL="91450" marR="91450" marT="45725" marB="45725"/>
                </a:tc>
                <a:extLst>
                  <a:ext uri="{0D108BD9-81ED-4DB2-BD59-A6C34878D82A}">
                    <a16:rowId xmlns:a16="http://schemas.microsoft.com/office/drawing/2014/main" val="10003"/>
                  </a:ext>
                </a:extLst>
              </a:tr>
              <a:tr h="365750">
                <a:tc>
                  <a:txBody>
                    <a:bodyPr/>
                    <a:lstStyle/>
                    <a:p>
                      <a:pPr marL="0" marR="0" lvl="0" indent="0" algn="l" rtl="0">
                        <a:spcBef>
                          <a:spcPts val="0"/>
                        </a:spcBef>
                        <a:spcAft>
                          <a:spcPts val="0"/>
                        </a:spcAft>
                        <a:buClr>
                          <a:schemeClr val="dk1"/>
                        </a:buClr>
                        <a:buSzPts val="1800"/>
                        <a:buFont typeface="Calibri"/>
                        <a:buNone/>
                      </a:pPr>
                      <a:r>
                        <a:rPr lang="en-IN" sz="1800" u="none" strike="noStrike" cap="none"/>
                        <a:t>3</a:t>
                      </a:r>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a:t>Omkar</a:t>
                      </a:r>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a:t>C</a:t>
                      </a:r>
                      <a:endParaRPr/>
                    </a:p>
                  </a:txBody>
                  <a:tcPr marL="91450" marR="91450" marT="45725" marB="45725"/>
                </a:tc>
                <a:extLst>
                  <a:ext uri="{0D108BD9-81ED-4DB2-BD59-A6C34878D82A}">
                    <a16:rowId xmlns:a16="http://schemas.microsoft.com/office/drawing/2014/main" val="10004"/>
                  </a:ext>
                </a:extLst>
              </a:tr>
              <a:tr h="365750">
                <a:tc>
                  <a:txBody>
                    <a:bodyPr/>
                    <a:lstStyle/>
                    <a:p>
                      <a:pPr marL="0" marR="0" lvl="0" indent="0" algn="l" rtl="0">
                        <a:spcBef>
                          <a:spcPts val="0"/>
                        </a:spcBef>
                        <a:spcAft>
                          <a:spcPts val="0"/>
                        </a:spcAft>
                        <a:buClr>
                          <a:schemeClr val="dk1"/>
                        </a:buClr>
                        <a:buSzPts val="1800"/>
                        <a:buFont typeface="Calibri"/>
                        <a:buNone/>
                      </a:pPr>
                      <a:r>
                        <a:rPr lang="en-IN" sz="1800" u="none" strike="noStrike" cap="none"/>
                        <a:t>3</a:t>
                      </a:r>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a:t>Omkar</a:t>
                      </a:r>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dirty="0"/>
                        <a:t>DBMS</a:t>
                      </a:r>
                      <a:endParaRPr dirty="0"/>
                    </a:p>
                  </a:txBody>
                  <a:tcPr marL="91450" marR="91450" marT="45725" marB="45725"/>
                </a:tc>
                <a:extLst>
                  <a:ext uri="{0D108BD9-81ED-4DB2-BD59-A6C34878D82A}">
                    <a16:rowId xmlns:a16="http://schemas.microsoft.com/office/drawing/2014/main" val="10005"/>
                  </a:ext>
                </a:extLst>
              </a:tr>
            </a:tbl>
          </a:graphicData>
        </a:graphic>
      </p:graphicFrame>
      <p:sp>
        <p:nvSpPr>
          <p:cNvPr id="154" name="Google Shape;154;p8"/>
          <p:cNvSpPr txBox="1"/>
          <p:nvPr/>
        </p:nvSpPr>
        <p:spPr>
          <a:xfrm>
            <a:off x="6495415" y="365125"/>
            <a:ext cx="4970780" cy="368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a:solidFill>
                  <a:schemeClr val="dk1"/>
                </a:solidFill>
                <a:latin typeface="Calibri"/>
                <a:ea typeface="Calibri"/>
                <a:cs typeface="Calibri"/>
                <a:sym typeface="Calibri"/>
              </a:rPr>
              <a:t>1. Primary key= Roll No and Course=composite key  </a:t>
            </a:r>
            <a:endParaRPr/>
          </a:p>
        </p:txBody>
      </p:sp>
      <p:graphicFrame>
        <p:nvGraphicFramePr>
          <p:cNvPr id="155" name="Google Shape;155;p8"/>
          <p:cNvGraphicFramePr/>
          <p:nvPr>
            <p:extLst>
              <p:ext uri="{D42A27DB-BD31-4B8C-83A1-F6EECF244321}">
                <p14:modId xmlns:p14="http://schemas.microsoft.com/office/powerpoint/2010/main" val="1455860797"/>
              </p:ext>
            </p:extLst>
          </p:nvPr>
        </p:nvGraphicFramePr>
        <p:xfrm>
          <a:off x="6976754" y="4637405"/>
          <a:ext cx="4231716" cy="1506260"/>
        </p:xfrm>
        <a:graphic>
          <a:graphicData uri="http://schemas.openxmlformats.org/drawingml/2006/table">
            <a:tbl>
              <a:tblPr firstRow="1" bandRow="1">
                <a:noFill/>
                <a:tableStyleId>{97450010-1B03-41FE-BF6F-0C408CD2FB8C}</a:tableStyleId>
              </a:tblPr>
              <a:tblGrid>
                <a:gridCol w="1057929">
                  <a:extLst>
                    <a:ext uri="{9D8B030D-6E8A-4147-A177-3AD203B41FA5}">
                      <a16:colId xmlns:a16="http://schemas.microsoft.com/office/drawing/2014/main" val="20000"/>
                    </a:ext>
                  </a:extLst>
                </a:gridCol>
                <a:gridCol w="1057929">
                  <a:extLst>
                    <a:ext uri="{9D8B030D-6E8A-4147-A177-3AD203B41FA5}">
                      <a16:colId xmlns:a16="http://schemas.microsoft.com/office/drawing/2014/main" val="20001"/>
                    </a:ext>
                  </a:extLst>
                </a:gridCol>
                <a:gridCol w="1057929">
                  <a:extLst>
                    <a:ext uri="{9D8B030D-6E8A-4147-A177-3AD203B41FA5}">
                      <a16:colId xmlns:a16="http://schemas.microsoft.com/office/drawing/2014/main" val="20002"/>
                    </a:ext>
                  </a:extLst>
                </a:gridCol>
                <a:gridCol w="1057929">
                  <a:extLst>
                    <a:ext uri="{9D8B030D-6E8A-4147-A177-3AD203B41FA5}">
                      <a16:colId xmlns:a16="http://schemas.microsoft.com/office/drawing/2014/main" val="20003"/>
                    </a:ext>
                  </a:extLst>
                </a:gridCol>
              </a:tblGrid>
              <a:tr h="365750">
                <a:tc>
                  <a:txBody>
                    <a:bodyPr/>
                    <a:lstStyle/>
                    <a:p>
                      <a:pPr marL="0" marR="0" lvl="0" indent="0" algn="l" rtl="0">
                        <a:spcBef>
                          <a:spcPts val="0"/>
                        </a:spcBef>
                        <a:spcAft>
                          <a:spcPts val="0"/>
                        </a:spcAft>
                        <a:buClr>
                          <a:schemeClr val="dk1"/>
                        </a:buClr>
                        <a:buSzPts val="1800"/>
                        <a:buFont typeface="Calibri"/>
                        <a:buNone/>
                      </a:pPr>
                      <a:r>
                        <a:rPr lang="en-IN" sz="1800" u="none" strike="noStrike" cap="none"/>
                        <a:t>Roll_no</a:t>
                      </a:r>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dirty="0"/>
                        <a:t>Name </a:t>
                      </a:r>
                      <a:endParaRPr dirty="0"/>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dirty="0"/>
                        <a:t>Course1</a:t>
                      </a:r>
                      <a:endParaRPr dirty="0"/>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dirty="0"/>
                        <a:t>Course 2</a:t>
                      </a:r>
                      <a:endParaRPr dirty="0"/>
                    </a:p>
                  </a:txBody>
                  <a:tcPr marL="91450" marR="91450" marT="45725" marB="45725"/>
                </a:tc>
                <a:extLst>
                  <a:ext uri="{0D108BD9-81ED-4DB2-BD59-A6C34878D82A}">
                    <a16:rowId xmlns:a16="http://schemas.microsoft.com/office/drawing/2014/main" val="10000"/>
                  </a:ext>
                </a:extLst>
              </a:tr>
              <a:tr h="365750">
                <a:tc>
                  <a:txBody>
                    <a:bodyPr/>
                    <a:lstStyle/>
                    <a:p>
                      <a:pPr marL="0" marR="0" lvl="0" indent="0" algn="l" rtl="0">
                        <a:spcBef>
                          <a:spcPts val="0"/>
                        </a:spcBef>
                        <a:spcAft>
                          <a:spcPts val="0"/>
                        </a:spcAft>
                        <a:buClr>
                          <a:schemeClr val="dk1"/>
                        </a:buClr>
                        <a:buSzPts val="1800"/>
                        <a:buFont typeface="Calibri"/>
                        <a:buNone/>
                      </a:pPr>
                      <a:r>
                        <a:rPr lang="en-IN" sz="1800" u="none" strike="noStrike" cap="none"/>
                        <a:t>1</a:t>
                      </a:r>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a:t>Sai</a:t>
                      </a:r>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a:t>c</a:t>
                      </a:r>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a:t>C++</a:t>
                      </a:r>
                      <a:endParaRPr/>
                    </a:p>
                  </a:txBody>
                  <a:tcPr marL="91450" marR="91450" marT="45725" marB="45725"/>
                </a:tc>
                <a:extLst>
                  <a:ext uri="{0D108BD9-81ED-4DB2-BD59-A6C34878D82A}">
                    <a16:rowId xmlns:a16="http://schemas.microsoft.com/office/drawing/2014/main" val="10001"/>
                  </a:ext>
                </a:extLst>
              </a:tr>
              <a:tr h="365750">
                <a:tc>
                  <a:txBody>
                    <a:bodyPr/>
                    <a:lstStyle/>
                    <a:p>
                      <a:pPr marL="0" marR="0" lvl="0" indent="0" algn="l" rtl="0">
                        <a:spcBef>
                          <a:spcPts val="0"/>
                        </a:spcBef>
                        <a:spcAft>
                          <a:spcPts val="0"/>
                        </a:spcAft>
                        <a:buClr>
                          <a:schemeClr val="dk1"/>
                        </a:buClr>
                        <a:buSzPts val="1800"/>
                        <a:buFont typeface="Calibri"/>
                        <a:buNone/>
                      </a:pPr>
                      <a:r>
                        <a:rPr lang="en-IN" sz="1800" u="none" strike="noStrike" cap="none"/>
                        <a:t>2</a:t>
                      </a:r>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a:t>Ram</a:t>
                      </a:r>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a:t>Java</a:t>
                      </a:r>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dirty="0">
                          <a:solidFill>
                            <a:srgbClr val="FF0000"/>
                          </a:solidFill>
                        </a:rPr>
                        <a:t>Null …….</a:t>
                      </a:r>
                      <a:endParaRPr dirty="0">
                        <a:solidFill>
                          <a:srgbClr val="FF0000"/>
                        </a:solidFill>
                      </a:endParaRPr>
                    </a:p>
                  </a:txBody>
                  <a:tcPr marL="91450" marR="91450" marT="45725" marB="45725"/>
                </a:tc>
                <a:extLst>
                  <a:ext uri="{0D108BD9-81ED-4DB2-BD59-A6C34878D82A}">
                    <a16:rowId xmlns:a16="http://schemas.microsoft.com/office/drawing/2014/main" val="10002"/>
                  </a:ext>
                </a:extLst>
              </a:tr>
              <a:tr h="408950">
                <a:tc>
                  <a:txBody>
                    <a:bodyPr/>
                    <a:lstStyle/>
                    <a:p>
                      <a:pPr marL="0" marR="0" lvl="0" indent="0" algn="l" rtl="0">
                        <a:spcBef>
                          <a:spcPts val="0"/>
                        </a:spcBef>
                        <a:spcAft>
                          <a:spcPts val="0"/>
                        </a:spcAft>
                        <a:buClr>
                          <a:schemeClr val="dk1"/>
                        </a:buClr>
                        <a:buSzPts val="1800"/>
                        <a:buFont typeface="Calibri"/>
                        <a:buNone/>
                      </a:pPr>
                      <a:r>
                        <a:rPr lang="en-IN" sz="1800" u="none" strike="noStrike" cap="none"/>
                        <a:t>3</a:t>
                      </a:r>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a:t>Omkar</a:t>
                      </a:r>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a:t>c</a:t>
                      </a:r>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dirty="0"/>
                        <a:t>DBMS</a:t>
                      </a:r>
                      <a:endParaRPr dirty="0"/>
                    </a:p>
                  </a:txBody>
                  <a:tcPr marL="91450" marR="91450" marT="45725" marB="45725"/>
                </a:tc>
                <a:extLst>
                  <a:ext uri="{0D108BD9-81ED-4DB2-BD59-A6C34878D82A}">
                    <a16:rowId xmlns:a16="http://schemas.microsoft.com/office/drawing/2014/main" val="10003"/>
                  </a:ext>
                </a:extLst>
              </a:tr>
            </a:tbl>
          </a:graphicData>
        </a:graphic>
      </p:graphicFrame>
      <p:sp>
        <p:nvSpPr>
          <p:cNvPr id="156" name="Google Shape;156;p8"/>
          <p:cNvSpPr txBox="1"/>
          <p:nvPr/>
        </p:nvSpPr>
        <p:spPr>
          <a:xfrm>
            <a:off x="6614159" y="4269105"/>
            <a:ext cx="1783715" cy="368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dirty="0">
                <a:solidFill>
                  <a:schemeClr val="dk1"/>
                </a:solidFill>
                <a:latin typeface="Calibri"/>
                <a:ea typeface="Calibri"/>
                <a:cs typeface="Calibri"/>
                <a:sym typeface="Calibri"/>
              </a:rPr>
              <a:t>2.</a:t>
            </a:r>
            <a:endParaRPr dirty="0"/>
          </a:p>
        </p:txBody>
      </p:sp>
      <p:graphicFrame>
        <p:nvGraphicFramePr>
          <p:cNvPr id="157" name="Google Shape;157;p8"/>
          <p:cNvGraphicFramePr/>
          <p:nvPr>
            <p:extLst>
              <p:ext uri="{D42A27DB-BD31-4B8C-83A1-F6EECF244321}">
                <p14:modId xmlns:p14="http://schemas.microsoft.com/office/powerpoint/2010/main" val="3205005123"/>
              </p:ext>
            </p:extLst>
          </p:nvPr>
        </p:nvGraphicFramePr>
        <p:xfrm>
          <a:off x="894878" y="4590135"/>
          <a:ext cx="1788488" cy="2188200"/>
        </p:xfrm>
        <a:graphic>
          <a:graphicData uri="http://schemas.openxmlformats.org/drawingml/2006/table">
            <a:tbl>
              <a:tblPr firstRow="1" bandRow="1">
                <a:noFill/>
                <a:tableStyleId>{97450010-1B03-41FE-BF6F-0C408CD2FB8C}</a:tableStyleId>
              </a:tblPr>
              <a:tblGrid>
                <a:gridCol w="894244">
                  <a:extLst>
                    <a:ext uri="{9D8B030D-6E8A-4147-A177-3AD203B41FA5}">
                      <a16:colId xmlns:a16="http://schemas.microsoft.com/office/drawing/2014/main" val="20000"/>
                    </a:ext>
                  </a:extLst>
                </a:gridCol>
                <a:gridCol w="894244">
                  <a:extLst>
                    <a:ext uri="{9D8B030D-6E8A-4147-A177-3AD203B41FA5}">
                      <a16:colId xmlns:a16="http://schemas.microsoft.com/office/drawing/2014/main" val="20001"/>
                    </a:ext>
                  </a:extLst>
                </a:gridCol>
              </a:tblGrid>
              <a:tr h="590390">
                <a:tc>
                  <a:txBody>
                    <a:bodyPr/>
                    <a:lstStyle/>
                    <a:p>
                      <a:pPr marL="0" marR="0" lvl="0" indent="0" algn="l" rtl="0">
                        <a:spcBef>
                          <a:spcPts val="0"/>
                        </a:spcBef>
                        <a:spcAft>
                          <a:spcPts val="0"/>
                        </a:spcAft>
                        <a:buClr>
                          <a:schemeClr val="dk1"/>
                        </a:buClr>
                        <a:buSzPts val="1800"/>
                        <a:buFont typeface="Calibri"/>
                        <a:buNone/>
                      </a:pPr>
                      <a:r>
                        <a:rPr lang="en-IN" sz="1800" u="none" strike="noStrike" cap="none" dirty="0"/>
                        <a:t>Roll No</a:t>
                      </a:r>
                      <a:endParaRPr dirty="0"/>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dirty="0"/>
                        <a:t>Name</a:t>
                      </a:r>
                      <a:endParaRPr dirty="0"/>
                    </a:p>
                  </a:txBody>
                  <a:tcPr marL="91450" marR="91450" marT="45725" marB="45725"/>
                </a:tc>
                <a:extLst>
                  <a:ext uri="{0D108BD9-81ED-4DB2-BD59-A6C34878D82A}">
                    <a16:rowId xmlns:a16="http://schemas.microsoft.com/office/drawing/2014/main" val="10000"/>
                  </a:ext>
                </a:extLst>
              </a:tr>
              <a:tr h="503710">
                <a:tc>
                  <a:txBody>
                    <a:bodyPr/>
                    <a:lstStyle/>
                    <a:p>
                      <a:pPr marL="0" marR="0" lvl="0" indent="0" algn="l" rtl="0">
                        <a:spcBef>
                          <a:spcPts val="0"/>
                        </a:spcBef>
                        <a:spcAft>
                          <a:spcPts val="0"/>
                        </a:spcAft>
                        <a:buClr>
                          <a:schemeClr val="dk1"/>
                        </a:buClr>
                        <a:buSzPts val="1800"/>
                        <a:buFont typeface="Calibri"/>
                        <a:buNone/>
                      </a:pPr>
                      <a:r>
                        <a:rPr lang="en-IN" sz="1800" u="none" strike="noStrike" cap="none"/>
                        <a:t>1</a:t>
                      </a:r>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dirty="0" err="1"/>
                        <a:t>sai</a:t>
                      </a:r>
                      <a:endParaRPr dirty="0"/>
                    </a:p>
                  </a:txBody>
                  <a:tcPr marL="91450" marR="91450" marT="45725" marB="45725"/>
                </a:tc>
                <a:extLst>
                  <a:ext uri="{0D108BD9-81ED-4DB2-BD59-A6C34878D82A}">
                    <a16:rowId xmlns:a16="http://schemas.microsoft.com/office/drawing/2014/main" val="10001"/>
                  </a:ext>
                </a:extLst>
              </a:tr>
              <a:tr h="503710">
                <a:tc>
                  <a:txBody>
                    <a:bodyPr/>
                    <a:lstStyle/>
                    <a:p>
                      <a:pPr marL="0" marR="0" lvl="0" indent="0" algn="l" rtl="0">
                        <a:spcBef>
                          <a:spcPts val="0"/>
                        </a:spcBef>
                        <a:spcAft>
                          <a:spcPts val="0"/>
                        </a:spcAft>
                        <a:buClr>
                          <a:schemeClr val="dk1"/>
                        </a:buClr>
                        <a:buSzPts val="1800"/>
                        <a:buFont typeface="Calibri"/>
                        <a:buNone/>
                      </a:pPr>
                      <a:r>
                        <a:rPr lang="en-IN" sz="1800" u="none" strike="noStrike" cap="none"/>
                        <a:t>2</a:t>
                      </a:r>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a:t>ram</a:t>
                      </a:r>
                      <a:endParaRPr/>
                    </a:p>
                  </a:txBody>
                  <a:tcPr marL="91450" marR="91450" marT="45725" marB="45725"/>
                </a:tc>
                <a:extLst>
                  <a:ext uri="{0D108BD9-81ED-4DB2-BD59-A6C34878D82A}">
                    <a16:rowId xmlns:a16="http://schemas.microsoft.com/office/drawing/2014/main" val="10002"/>
                  </a:ext>
                </a:extLst>
              </a:tr>
              <a:tr h="590390">
                <a:tc>
                  <a:txBody>
                    <a:bodyPr/>
                    <a:lstStyle/>
                    <a:p>
                      <a:pPr marL="0" marR="0" lvl="0" indent="0" algn="l" rtl="0">
                        <a:spcBef>
                          <a:spcPts val="0"/>
                        </a:spcBef>
                        <a:spcAft>
                          <a:spcPts val="0"/>
                        </a:spcAft>
                        <a:buClr>
                          <a:schemeClr val="dk1"/>
                        </a:buClr>
                        <a:buSzPts val="1800"/>
                        <a:buFont typeface="Calibri"/>
                        <a:buNone/>
                      </a:pPr>
                      <a:r>
                        <a:rPr lang="en-IN" sz="1800" u="none" strike="noStrike" cap="none"/>
                        <a:t>3</a:t>
                      </a:r>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dirty="0"/>
                        <a:t>omkar</a:t>
                      </a:r>
                      <a:endParaRPr dirty="0"/>
                    </a:p>
                  </a:txBody>
                  <a:tcPr marL="91450" marR="91450" marT="45725" marB="45725"/>
                </a:tc>
                <a:extLst>
                  <a:ext uri="{0D108BD9-81ED-4DB2-BD59-A6C34878D82A}">
                    <a16:rowId xmlns:a16="http://schemas.microsoft.com/office/drawing/2014/main" val="10003"/>
                  </a:ext>
                </a:extLst>
              </a:tr>
            </a:tbl>
          </a:graphicData>
        </a:graphic>
      </p:graphicFrame>
      <p:graphicFrame>
        <p:nvGraphicFramePr>
          <p:cNvPr id="158" name="Google Shape;158;p8"/>
          <p:cNvGraphicFramePr/>
          <p:nvPr>
            <p:extLst>
              <p:ext uri="{D42A27DB-BD31-4B8C-83A1-F6EECF244321}">
                <p14:modId xmlns:p14="http://schemas.microsoft.com/office/powerpoint/2010/main" val="2612295428"/>
              </p:ext>
            </p:extLst>
          </p:nvPr>
        </p:nvGraphicFramePr>
        <p:xfrm>
          <a:off x="3155839" y="4602921"/>
          <a:ext cx="1865650" cy="2194620"/>
        </p:xfrm>
        <a:graphic>
          <a:graphicData uri="http://schemas.openxmlformats.org/drawingml/2006/table">
            <a:tbl>
              <a:tblPr firstRow="1" bandRow="1">
                <a:noFill/>
                <a:tableStyleId>{97450010-1B03-41FE-BF6F-0C408CD2FB8C}</a:tableStyleId>
              </a:tblPr>
              <a:tblGrid>
                <a:gridCol w="932825">
                  <a:extLst>
                    <a:ext uri="{9D8B030D-6E8A-4147-A177-3AD203B41FA5}">
                      <a16:colId xmlns:a16="http://schemas.microsoft.com/office/drawing/2014/main" val="20000"/>
                    </a:ext>
                  </a:extLst>
                </a:gridCol>
                <a:gridCol w="932825">
                  <a:extLst>
                    <a:ext uri="{9D8B030D-6E8A-4147-A177-3AD203B41FA5}">
                      <a16:colId xmlns:a16="http://schemas.microsoft.com/office/drawing/2014/main" val="20001"/>
                    </a:ext>
                  </a:extLst>
                </a:gridCol>
              </a:tblGrid>
              <a:tr h="365750">
                <a:tc>
                  <a:txBody>
                    <a:bodyPr/>
                    <a:lstStyle/>
                    <a:p>
                      <a:pPr marL="0" marR="0" lvl="0" indent="0" algn="l" rtl="0">
                        <a:spcBef>
                          <a:spcPts val="0"/>
                        </a:spcBef>
                        <a:spcAft>
                          <a:spcPts val="0"/>
                        </a:spcAft>
                        <a:buClr>
                          <a:schemeClr val="dk1"/>
                        </a:buClr>
                        <a:buSzPts val="1800"/>
                        <a:buFont typeface="Calibri"/>
                        <a:buNone/>
                      </a:pPr>
                      <a:r>
                        <a:rPr lang="en-IN" sz="1800" u="none" strike="noStrike" cap="none" dirty="0">
                          <a:solidFill>
                            <a:srgbClr val="FF0000"/>
                          </a:solidFill>
                        </a:rPr>
                        <a:t>Roll No </a:t>
                      </a:r>
                      <a:endParaRPr dirty="0">
                        <a:solidFill>
                          <a:srgbClr val="FF0000"/>
                        </a:solidFill>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a:t>Course</a:t>
                      </a:r>
                      <a:endParaRPr/>
                    </a:p>
                  </a:txBody>
                  <a:tcPr marL="91450" marR="91450" marT="45725" marB="45725"/>
                </a:tc>
                <a:extLst>
                  <a:ext uri="{0D108BD9-81ED-4DB2-BD59-A6C34878D82A}">
                    <a16:rowId xmlns:a16="http://schemas.microsoft.com/office/drawing/2014/main" val="10000"/>
                  </a:ext>
                </a:extLst>
              </a:tr>
              <a:tr h="365750">
                <a:tc>
                  <a:txBody>
                    <a:bodyPr/>
                    <a:lstStyle/>
                    <a:p>
                      <a:pPr marL="0" marR="0" lvl="0" indent="0" algn="l" rtl="0">
                        <a:spcBef>
                          <a:spcPts val="0"/>
                        </a:spcBef>
                        <a:spcAft>
                          <a:spcPts val="0"/>
                        </a:spcAft>
                        <a:buClr>
                          <a:schemeClr val="dk1"/>
                        </a:buClr>
                        <a:buSzPts val="1800"/>
                        <a:buFont typeface="Calibri"/>
                        <a:buNone/>
                      </a:pPr>
                      <a:r>
                        <a:rPr lang="en-IN" sz="1800" u="none" strike="noStrike" cap="none" dirty="0"/>
                        <a:t>1</a:t>
                      </a:r>
                      <a:endParaRPr dirty="0"/>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a:t>c</a:t>
                      </a:r>
                      <a:endParaRPr/>
                    </a:p>
                  </a:txBody>
                  <a:tcPr marL="91450" marR="91450" marT="45725" marB="45725"/>
                </a:tc>
                <a:extLst>
                  <a:ext uri="{0D108BD9-81ED-4DB2-BD59-A6C34878D82A}">
                    <a16:rowId xmlns:a16="http://schemas.microsoft.com/office/drawing/2014/main" val="10001"/>
                  </a:ext>
                </a:extLst>
              </a:tr>
              <a:tr h="365750">
                <a:tc>
                  <a:txBody>
                    <a:bodyPr/>
                    <a:lstStyle/>
                    <a:p>
                      <a:pPr marL="0" marR="0" lvl="0" indent="0" algn="l" rtl="0">
                        <a:spcBef>
                          <a:spcPts val="0"/>
                        </a:spcBef>
                        <a:spcAft>
                          <a:spcPts val="0"/>
                        </a:spcAft>
                        <a:buClr>
                          <a:schemeClr val="dk1"/>
                        </a:buClr>
                        <a:buSzPts val="1800"/>
                        <a:buFont typeface="Calibri"/>
                        <a:buNone/>
                      </a:pPr>
                      <a:r>
                        <a:rPr lang="en-IN" sz="1800" u="none" strike="noStrike" cap="none" dirty="0"/>
                        <a:t>1</a:t>
                      </a:r>
                      <a:endParaRPr dirty="0"/>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dirty="0" err="1"/>
                        <a:t>c++</a:t>
                      </a:r>
                      <a:endParaRPr dirty="0"/>
                    </a:p>
                  </a:txBody>
                  <a:tcPr marL="91450" marR="91450" marT="45725" marB="45725"/>
                </a:tc>
                <a:extLst>
                  <a:ext uri="{0D108BD9-81ED-4DB2-BD59-A6C34878D82A}">
                    <a16:rowId xmlns:a16="http://schemas.microsoft.com/office/drawing/2014/main" val="10002"/>
                  </a:ext>
                </a:extLst>
              </a:tr>
              <a:tr h="365750">
                <a:tc>
                  <a:txBody>
                    <a:bodyPr/>
                    <a:lstStyle/>
                    <a:p>
                      <a:pPr marL="0" marR="0" lvl="0" indent="0" algn="l" rtl="0">
                        <a:spcBef>
                          <a:spcPts val="0"/>
                        </a:spcBef>
                        <a:spcAft>
                          <a:spcPts val="0"/>
                        </a:spcAft>
                        <a:buClr>
                          <a:schemeClr val="dk1"/>
                        </a:buClr>
                        <a:buSzPts val="1800"/>
                        <a:buFont typeface="Calibri"/>
                        <a:buNone/>
                      </a:pPr>
                      <a:r>
                        <a:rPr lang="en-US" sz="1800" u="none" strike="noStrike" cap="none" dirty="0"/>
                        <a:t>2</a:t>
                      </a:r>
                      <a:endParaRPr dirty="0"/>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a:t>java</a:t>
                      </a:r>
                      <a:endParaRPr/>
                    </a:p>
                  </a:txBody>
                  <a:tcPr marL="91450" marR="91450" marT="45725" marB="45725"/>
                </a:tc>
                <a:extLst>
                  <a:ext uri="{0D108BD9-81ED-4DB2-BD59-A6C34878D82A}">
                    <a16:rowId xmlns:a16="http://schemas.microsoft.com/office/drawing/2014/main" val="10003"/>
                  </a:ext>
                </a:extLst>
              </a:tr>
              <a:tr h="365750">
                <a:tc>
                  <a:txBody>
                    <a:bodyPr/>
                    <a:lstStyle/>
                    <a:p>
                      <a:pPr marL="0" marR="0" lvl="0" indent="0" algn="l" rtl="0">
                        <a:spcBef>
                          <a:spcPts val="0"/>
                        </a:spcBef>
                        <a:spcAft>
                          <a:spcPts val="0"/>
                        </a:spcAft>
                        <a:buClr>
                          <a:schemeClr val="dk1"/>
                        </a:buClr>
                        <a:buSzPts val="1800"/>
                        <a:buFont typeface="Calibri"/>
                        <a:buNone/>
                      </a:pPr>
                      <a:r>
                        <a:rPr lang="en-IN" sz="1800" u="none" strike="noStrike" cap="none" dirty="0"/>
                        <a:t>3</a:t>
                      </a:r>
                      <a:endParaRPr dirty="0"/>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a:t>C</a:t>
                      </a:r>
                      <a:endParaRPr/>
                    </a:p>
                  </a:txBody>
                  <a:tcPr marL="91450" marR="91450" marT="45725" marB="45725"/>
                </a:tc>
                <a:extLst>
                  <a:ext uri="{0D108BD9-81ED-4DB2-BD59-A6C34878D82A}">
                    <a16:rowId xmlns:a16="http://schemas.microsoft.com/office/drawing/2014/main" val="10004"/>
                  </a:ext>
                </a:extLst>
              </a:tr>
              <a:tr h="365750">
                <a:tc>
                  <a:txBody>
                    <a:bodyPr/>
                    <a:lstStyle/>
                    <a:p>
                      <a:pPr marL="0" marR="0" lvl="0" indent="0" algn="l" rtl="0">
                        <a:spcBef>
                          <a:spcPts val="0"/>
                        </a:spcBef>
                        <a:spcAft>
                          <a:spcPts val="0"/>
                        </a:spcAft>
                        <a:buClr>
                          <a:schemeClr val="dk1"/>
                        </a:buClr>
                        <a:buSzPts val="1800"/>
                        <a:buFont typeface="Calibri"/>
                        <a:buNone/>
                      </a:pPr>
                      <a:r>
                        <a:rPr lang="en-IN" sz="1800" u="none" strike="noStrike" cap="none" dirty="0"/>
                        <a:t>3</a:t>
                      </a:r>
                      <a:endParaRPr dirty="0"/>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dirty="0"/>
                        <a:t>DBMS</a:t>
                      </a:r>
                      <a:endParaRPr dirty="0"/>
                    </a:p>
                  </a:txBody>
                  <a:tcPr marL="91450" marR="91450" marT="45725" marB="45725"/>
                </a:tc>
                <a:extLst>
                  <a:ext uri="{0D108BD9-81ED-4DB2-BD59-A6C34878D82A}">
                    <a16:rowId xmlns:a16="http://schemas.microsoft.com/office/drawing/2014/main" val="10005"/>
                  </a:ext>
                </a:extLst>
              </a:tr>
            </a:tbl>
          </a:graphicData>
        </a:graphic>
      </p:graphicFrame>
      <p:sp>
        <p:nvSpPr>
          <p:cNvPr id="159" name="Google Shape;159;p8"/>
          <p:cNvSpPr txBox="1"/>
          <p:nvPr/>
        </p:nvSpPr>
        <p:spPr>
          <a:xfrm>
            <a:off x="301098" y="3601829"/>
            <a:ext cx="4764536" cy="368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dirty="0">
                <a:solidFill>
                  <a:schemeClr val="dk1"/>
                </a:solidFill>
                <a:latin typeface="Calibri"/>
                <a:ea typeface="Calibri"/>
                <a:cs typeface="Calibri"/>
                <a:sym typeface="Calibri"/>
              </a:rPr>
              <a:t>3.      Base Table                         Referencing Table </a:t>
            </a:r>
            <a:endParaRPr dirty="0"/>
          </a:p>
        </p:txBody>
      </p:sp>
      <p:sp>
        <p:nvSpPr>
          <p:cNvPr id="11" name="Google Shape;151;p8">
            <a:extLst>
              <a:ext uri="{FF2B5EF4-FFF2-40B4-BE49-F238E27FC236}">
                <a16:creationId xmlns:a16="http://schemas.microsoft.com/office/drawing/2014/main" id="{D279D07A-AF46-FABA-3C93-0E6B99803D08}"/>
              </a:ext>
            </a:extLst>
          </p:cNvPr>
          <p:cNvSpPr txBox="1">
            <a:spLocks/>
          </p:cNvSpPr>
          <p:nvPr/>
        </p:nvSpPr>
        <p:spPr>
          <a:xfrm>
            <a:off x="261625" y="2952213"/>
            <a:ext cx="3935984" cy="476787"/>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SzPts val="4400"/>
            </a:pPr>
            <a:r>
              <a:rPr lang="en-IN" sz="2800" dirty="0">
                <a:solidFill>
                  <a:srgbClr val="FF0000"/>
                </a:solidFill>
              </a:rPr>
              <a:t>Not in 1st Normal Form</a:t>
            </a:r>
          </a:p>
        </p:txBody>
      </p:sp>
      <mc:AlternateContent xmlns:mc="http://schemas.openxmlformats.org/markup-compatibility/2006" xmlns:p14="http://schemas.microsoft.com/office/powerpoint/2010/main" xmlns:aink="http://schemas.microsoft.com/office/drawing/2016/ink">
        <mc:Choice Requires="p14 aink">
          <p:contentPart p14:bwMode="auto" r:id="rId3">
            <p14:nvContentPartPr>
              <p14:cNvPr id="15" name="Ink 14">
                <a:extLst>
                  <a:ext uri="{FF2B5EF4-FFF2-40B4-BE49-F238E27FC236}">
                    <a16:creationId xmlns:a16="http://schemas.microsoft.com/office/drawing/2014/main" id="{017E8310-DBA3-DDC2-8CEE-90444E59264B}"/>
                  </a:ext>
                </a:extLst>
              </p14:cNvPr>
              <p14:cNvContentPartPr/>
              <p14:nvPr/>
            </p14:nvContentPartPr>
            <p14:xfrm>
              <a:off x="-669351" y="4062652"/>
              <a:ext cx="360" cy="360"/>
            </p14:xfrm>
          </p:contentPart>
        </mc:Choice>
        <mc:Fallback xmlns="">
          <p:pic>
            <p:nvPicPr>
              <p:cNvPr id="15" name="Ink 14">
                <a:extLst>
                  <a:ext uri="{FF2B5EF4-FFF2-40B4-BE49-F238E27FC236}">
                    <a16:creationId xmlns:a16="http://schemas.microsoft.com/office/drawing/2014/main" id="{017E8310-DBA3-DDC2-8CEE-90444E59264B}"/>
                  </a:ext>
                </a:extLst>
              </p:cNvPr>
              <p:cNvPicPr/>
              <p:nvPr/>
            </p:nvPicPr>
            <p:blipFill>
              <a:blip r:embed="rId14"/>
              <a:stretch>
                <a:fillRect/>
              </a:stretch>
            </p:blipFill>
            <p:spPr>
              <a:xfrm>
                <a:off x="-687351" y="3955012"/>
                <a:ext cx="36000" cy="216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5">
            <p14:nvContentPartPr>
              <p14:cNvPr id="16" name="Ink 15">
                <a:extLst>
                  <a:ext uri="{FF2B5EF4-FFF2-40B4-BE49-F238E27FC236}">
                    <a16:creationId xmlns:a16="http://schemas.microsoft.com/office/drawing/2014/main" id="{1103DE5C-C56A-CDD5-8B39-2FC58B892A38}"/>
                  </a:ext>
                </a:extLst>
              </p14:cNvPr>
              <p14:cNvContentPartPr/>
              <p14:nvPr/>
            </p14:nvContentPartPr>
            <p14:xfrm>
              <a:off x="-669351" y="4845292"/>
              <a:ext cx="360" cy="360"/>
            </p14:xfrm>
          </p:contentPart>
        </mc:Choice>
        <mc:Fallback xmlns="">
          <p:pic>
            <p:nvPicPr>
              <p:cNvPr id="16" name="Ink 15">
                <a:extLst>
                  <a:ext uri="{FF2B5EF4-FFF2-40B4-BE49-F238E27FC236}">
                    <a16:creationId xmlns:a16="http://schemas.microsoft.com/office/drawing/2014/main" id="{1103DE5C-C56A-CDD5-8B39-2FC58B892A38}"/>
                  </a:ext>
                </a:extLst>
              </p:cNvPr>
              <p:cNvPicPr/>
              <p:nvPr/>
            </p:nvPicPr>
            <p:blipFill>
              <a:blip r:embed="rId16"/>
              <a:stretch>
                <a:fillRect/>
              </a:stretch>
            </p:blipFill>
            <p:spPr>
              <a:xfrm>
                <a:off x="-687351" y="4737292"/>
                <a:ext cx="36000" cy="216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7">
            <p14:nvContentPartPr>
              <p14:cNvPr id="17" name="Ink 16">
                <a:extLst>
                  <a:ext uri="{FF2B5EF4-FFF2-40B4-BE49-F238E27FC236}">
                    <a16:creationId xmlns:a16="http://schemas.microsoft.com/office/drawing/2014/main" id="{0639DD4A-35D2-8E32-B5EF-E9817D62595E}"/>
                  </a:ext>
                </a:extLst>
              </p14:cNvPr>
              <p14:cNvContentPartPr/>
              <p14:nvPr/>
            </p14:nvContentPartPr>
            <p14:xfrm>
              <a:off x="4015689" y="508732"/>
              <a:ext cx="239760" cy="360"/>
            </p14:xfrm>
          </p:contentPart>
        </mc:Choice>
        <mc:Fallback xmlns="">
          <p:pic>
            <p:nvPicPr>
              <p:cNvPr id="17" name="Ink 16">
                <a:extLst>
                  <a:ext uri="{FF2B5EF4-FFF2-40B4-BE49-F238E27FC236}">
                    <a16:creationId xmlns:a16="http://schemas.microsoft.com/office/drawing/2014/main" id="{0639DD4A-35D2-8E32-B5EF-E9817D62595E}"/>
                  </a:ext>
                </a:extLst>
              </p:cNvPr>
              <p:cNvPicPr/>
              <p:nvPr/>
            </p:nvPicPr>
            <p:blipFill>
              <a:blip r:embed="rId18"/>
              <a:stretch>
                <a:fillRect/>
              </a:stretch>
            </p:blipFill>
            <p:spPr>
              <a:xfrm>
                <a:off x="3998049" y="400732"/>
                <a:ext cx="275400" cy="216000"/>
              </a:xfrm>
              <a:prstGeom prst="rect">
                <a:avLst/>
              </a:prstGeom>
            </p:spPr>
          </p:pic>
        </mc:Fallback>
      </mc:AlternateContent>
      <p:sp>
        <p:nvSpPr>
          <p:cNvPr id="2" name="Arrow: Right 1">
            <a:extLst>
              <a:ext uri="{FF2B5EF4-FFF2-40B4-BE49-F238E27FC236}">
                <a16:creationId xmlns:a16="http://schemas.microsoft.com/office/drawing/2014/main" id="{20836B83-DD25-F4DD-C8BB-F6898346DDA7}"/>
              </a:ext>
            </a:extLst>
          </p:cNvPr>
          <p:cNvSpPr/>
          <p:nvPr/>
        </p:nvSpPr>
        <p:spPr>
          <a:xfrm>
            <a:off x="4106545" y="1670799"/>
            <a:ext cx="1700366" cy="14857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Arrow: Down 3">
            <a:extLst>
              <a:ext uri="{FF2B5EF4-FFF2-40B4-BE49-F238E27FC236}">
                <a16:creationId xmlns:a16="http://schemas.microsoft.com/office/drawing/2014/main" id="{0D052E8C-7BFA-3A09-17F7-2910CF41041F}"/>
              </a:ext>
            </a:extLst>
          </p:cNvPr>
          <p:cNvSpPr/>
          <p:nvPr/>
        </p:nvSpPr>
        <p:spPr>
          <a:xfrm flipH="1">
            <a:off x="8627423" y="3598574"/>
            <a:ext cx="45719" cy="79327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Arrow: Left 4">
            <a:extLst>
              <a:ext uri="{FF2B5EF4-FFF2-40B4-BE49-F238E27FC236}">
                <a16:creationId xmlns:a16="http://schemas.microsoft.com/office/drawing/2014/main" id="{457E44D0-3D27-D1A4-35E0-CF7C22F086B8}"/>
              </a:ext>
            </a:extLst>
          </p:cNvPr>
          <p:cNvSpPr/>
          <p:nvPr/>
        </p:nvSpPr>
        <p:spPr>
          <a:xfrm>
            <a:off x="5401966" y="5038628"/>
            <a:ext cx="1025298" cy="7070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3" name="Connector: Curved 12">
            <a:extLst>
              <a:ext uri="{FF2B5EF4-FFF2-40B4-BE49-F238E27FC236}">
                <a16:creationId xmlns:a16="http://schemas.microsoft.com/office/drawing/2014/main" id="{3F2EC24D-282C-38D3-7A45-BB2E533DE416}"/>
              </a:ext>
            </a:extLst>
          </p:cNvPr>
          <p:cNvCxnSpPr>
            <a:cxnSpLocks/>
          </p:cNvCxnSpPr>
          <p:nvPr/>
        </p:nvCxnSpPr>
        <p:spPr>
          <a:xfrm flipV="1">
            <a:off x="3433614" y="4427999"/>
            <a:ext cx="369949" cy="317405"/>
          </a:xfrm>
          <a:prstGeom prst="curvedConnector3">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7" name="Google Shape;156;p8">
            <a:extLst>
              <a:ext uri="{FF2B5EF4-FFF2-40B4-BE49-F238E27FC236}">
                <a16:creationId xmlns:a16="http://schemas.microsoft.com/office/drawing/2014/main" id="{85E7E37D-9648-0482-8F0F-683466B1A24B}"/>
              </a:ext>
            </a:extLst>
          </p:cNvPr>
          <p:cNvSpPr txBox="1"/>
          <p:nvPr/>
        </p:nvSpPr>
        <p:spPr>
          <a:xfrm>
            <a:off x="3778419" y="4257811"/>
            <a:ext cx="1783715" cy="369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cs typeface="Calibri"/>
                <a:sym typeface="Calibri"/>
              </a:rPr>
              <a:t>F</a:t>
            </a:r>
            <a:r>
              <a:rPr lang="en-IN" sz="1800" dirty="0" err="1">
                <a:solidFill>
                  <a:schemeClr val="dk1"/>
                </a:solidFill>
                <a:latin typeface="Calibri"/>
                <a:cs typeface="Calibri"/>
                <a:sym typeface="Calibri"/>
              </a:rPr>
              <a:t>oreign</a:t>
            </a:r>
            <a:r>
              <a:rPr lang="en-IN" sz="1800" dirty="0">
                <a:solidFill>
                  <a:schemeClr val="dk1"/>
                </a:solidFill>
                <a:latin typeface="Calibri"/>
                <a:cs typeface="Calibri"/>
                <a:sym typeface="Calibri"/>
              </a:rPr>
              <a:t> Key</a:t>
            </a:r>
            <a:endParaRPr dirty="0"/>
          </a:p>
        </p:txBody>
      </p:sp>
      <p:sp>
        <p:nvSpPr>
          <p:cNvPr id="28" name="Google Shape;156;p8">
            <a:extLst>
              <a:ext uri="{FF2B5EF4-FFF2-40B4-BE49-F238E27FC236}">
                <a16:creationId xmlns:a16="http://schemas.microsoft.com/office/drawing/2014/main" id="{858E12C4-54C5-F0B0-B367-2D30929D50CE}"/>
              </a:ext>
            </a:extLst>
          </p:cNvPr>
          <p:cNvSpPr txBox="1"/>
          <p:nvPr/>
        </p:nvSpPr>
        <p:spPr>
          <a:xfrm>
            <a:off x="3120451" y="3984739"/>
            <a:ext cx="3173372" cy="369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cs typeface="Calibri"/>
                <a:sym typeface="Calibri"/>
              </a:rPr>
              <a:t>Primary</a:t>
            </a:r>
            <a:r>
              <a:rPr lang="en-IN" sz="1800" dirty="0">
                <a:solidFill>
                  <a:schemeClr val="dk1"/>
                </a:solidFill>
                <a:latin typeface="Calibri"/>
                <a:cs typeface="Calibri"/>
                <a:sym typeface="Calibri"/>
              </a:rPr>
              <a:t> Key = Roll No + Course</a:t>
            </a:r>
            <a:endParaRPr dirty="0"/>
          </a:p>
        </p:txBody>
      </p:sp>
      <p:cxnSp>
        <p:nvCxnSpPr>
          <p:cNvPr id="30" name="Connector: Curved 29">
            <a:extLst>
              <a:ext uri="{FF2B5EF4-FFF2-40B4-BE49-F238E27FC236}">
                <a16:creationId xmlns:a16="http://schemas.microsoft.com/office/drawing/2014/main" id="{83A369BF-8996-16E5-AB43-F2003A0D1E75}"/>
              </a:ext>
            </a:extLst>
          </p:cNvPr>
          <p:cNvCxnSpPr>
            <a:cxnSpLocks/>
          </p:cNvCxnSpPr>
          <p:nvPr/>
        </p:nvCxnSpPr>
        <p:spPr>
          <a:xfrm>
            <a:off x="514401" y="4545758"/>
            <a:ext cx="405049" cy="305868"/>
          </a:xfrm>
          <a:prstGeom prst="curvedConnector3">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2" name="Google Shape;156;p8">
            <a:extLst>
              <a:ext uri="{FF2B5EF4-FFF2-40B4-BE49-F238E27FC236}">
                <a16:creationId xmlns:a16="http://schemas.microsoft.com/office/drawing/2014/main" id="{AEBD67B1-8B0F-B3D3-94A9-71DD44EDD952}"/>
              </a:ext>
            </a:extLst>
          </p:cNvPr>
          <p:cNvSpPr txBox="1"/>
          <p:nvPr/>
        </p:nvSpPr>
        <p:spPr>
          <a:xfrm>
            <a:off x="57229" y="4261999"/>
            <a:ext cx="1783715" cy="369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cs typeface="Calibri"/>
                <a:sym typeface="Calibri"/>
              </a:rPr>
              <a:t>Primary </a:t>
            </a:r>
            <a:r>
              <a:rPr lang="en-IN" sz="1800" dirty="0">
                <a:solidFill>
                  <a:schemeClr val="dk1"/>
                </a:solidFill>
                <a:latin typeface="Calibri"/>
                <a:cs typeface="Calibri"/>
                <a:sym typeface="Calibri"/>
              </a:rPr>
              <a:t>Key</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24"/>
          <p:cNvSpPr txBox="1">
            <a:spLocks noGrp="1"/>
          </p:cNvSpPr>
          <p:nvPr>
            <p:ph type="title"/>
          </p:nvPr>
        </p:nvSpPr>
        <p:spPr>
          <a:xfrm>
            <a:off x="385713" y="148664"/>
            <a:ext cx="10515600" cy="54737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Times New Roman"/>
              <a:buNone/>
            </a:pPr>
            <a:r>
              <a:rPr lang="en-IN" dirty="0">
                <a:latin typeface="Times New Roman"/>
                <a:ea typeface="Times New Roman"/>
                <a:cs typeface="Times New Roman"/>
                <a:sym typeface="Times New Roman"/>
              </a:rPr>
              <a:t>2nd Normal Form</a:t>
            </a:r>
            <a:endParaRPr dirty="0"/>
          </a:p>
        </p:txBody>
      </p:sp>
      <p:sp>
        <p:nvSpPr>
          <p:cNvPr id="258" name="Google Shape;258;p24"/>
          <p:cNvSpPr txBox="1"/>
          <p:nvPr/>
        </p:nvSpPr>
        <p:spPr>
          <a:xfrm>
            <a:off x="945832" y="809442"/>
            <a:ext cx="10300335" cy="147732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dirty="0">
                <a:solidFill>
                  <a:schemeClr val="dk1"/>
                </a:solidFill>
                <a:latin typeface="Calibri"/>
                <a:ea typeface="Calibri"/>
                <a:cs typeface="Calibri"/>
                <a:sym typeface="Calibri"/>
              </a:rPr>
              <a:t>1.The Table must be present in 1st normal form</a:t>
            </a:r>
            <a:endParaRPr dirty="0"/>
          </a:p>
          <a:p>
            <a:pPr marL="0" marR="0" lvl="0" indent="0" algn="l" rtl="0">
              <a:spcBef>
                <a:spcPts val="0"/>
              </a:spcBef>
              <a:spcAft>
                <a:spcPts val="0"/>
              </a:spcAft>
              <a:buNone/>
            </a:pPr>
            <a:r>
              <a:rPr lang="en-IN" sz="1800" dirty="0">
                <a:solidFill>
                  <a:schemeClr val="dk1"/>
                </a:solidFill>
                <a:latin typeface="Calibri"/>
                <a:ea typeface="Calibri"/>
                <a:cs typeface="Calibri"/>
                <a:sym typeface="Calibri"/>
              </a:rPr>
              <a:t>2.All the non Prime attributes should fully functional dependant on candidate key</a:t>
            </a:r>
            <a:endParaRPr dirty="0"/>
          </a:p>
          <a:p>
            <a:pPr marL="0" marR="0" lvl="0" indent="0" algn="l" rtl="0">
              <a:spcBef>
                <a:spcPts val="0"/>
              </a:spcBef>
              <a:spcAft>
                <a:spcPts val="0"/>
              </a:spcAft>
              <a:buNone/>
            </a:pPr>
            <a:r>
              <a:rPr lang="en-IN" sz="1800" dirty="0">
                <a:solidFill>
                  <a:schemeClr val="dk1"/>
                </a:solidFill>
                <a:latin typeface="Calibri"/>
                <a:ea typeface="Calibri"/>
                <a:cs typeface="Calibri"/>
                <a:sym typeface="Calibri"/>
              </a:rPr>
              <a:t>3 .There should be No Partial Dependency .</a:t>
            </a: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graphicFrame>
        <p:nvGraphicFramePr>
          <p:cNvPr id="259" name="Google Shape;259;p24"/>
          <p:cNvGraphicFramePr/>
          <p:nvPr>
            <p:extLst>
              <p:ext uri="{D42A27DB-BD31-4B8C-83A1-F6EECF244321}">
                <p14:modId xmlns:p14="http://schemas.microsoft.com/office/powerpoint/2010/main" val="1108413286"/>
              </p:ext>
            </p:extLst>
          </p:nvPr>
        </p:nvGraphicFramePr>
        <p:xfrm>
          <a:off x="795433" y="2205047"/>
          <a:ext cx="3878600" cy="2804800"/>
        </p:xfrm>
        <a:graphic>
          <a:graphicData uri="http://schemas.openxmlformats.org/drawingml/2006/table">
            <a:tbl>
              <a:tblPr firstRow="1" bandRow="1">
                <a:noFill/>
                <a:tableStyleId>{97450010-1B03-41FE-BF6F-0C408CD2FB8C}</a:tableStyleId>
              </a:tblPr>
              <a:tblGrid>
                <a:gridCol w="1488450">
                  <a:extLst>
                    <a:ext uri="{9D8B030D-6E8A-4147-A177-3AD203B41FA5}">
                      <a16:colId xmlns:a16="http://schemas.microsoft.com/office/drawing/2014/main" val="20000"/>
                    </a:ext>
                  </a:extLst>
                </a:gridCol>
                <a:gridCol w="1195075">
                  <a:extLst>
                    <a:ext uri="{9D8B030D-6E8A-4147-A177-3AD203B41FA5}">
                      <a16:colId xmlns:a16="http://schemas.microsoft.com/office/drawing/2014/main" val="20001"/>
                    </a:ext>
                  </a:extLst>
                </a:gridCol>
                <a:gridCol w="1195075">
                  <a:extLst>
                    <a:ext uri="{9D8B030D-6E8A-4147-A177-3AD203B41FA5}">
                      <a16:colId xmlns:a16="http://schemas.microsoft.com/office/drawing/2014/main" val="20002"/>
                    </a:ext>
                  </a:extLst>
                </a:gridCol>
              </a:tblGrid>
              <a:tr h="592450">
                <a:tc>
                  <a:txBody>
                    <a:bodyPr/>
                    <a:lstStyle/>
                    <a:p>
                      <a:pPr marL="0" marR="0" lvl="0" indent="0" algn="l" rtl="0">
                        <a:spcBef>
                          <a:spcPts val="0"/>
                        </a:spcBef>
                        <a:spcAft>
                          <a:spcPts val="0"/>
                        </a:spcAft>
                        <a:buClr>
                          <a:schemeClr val="dk1"/>
                        </a:buClr>
                        <a:buSzPts val="1800"/>
                        <a:buFont typeface="Calibri"/>
                        <a:buNone/>
                      </a:pPr>
                      <a:r>
                        <a:rPr lang="en-IN" sz="1800" u="none" strike="noStrike" cap="none"/>
                        <a:t>Customer _ID</a:t>
                      </a:r>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a:t>Store_ID</a:t>
                      </a:r>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a:t>Location</a:t>
                      </a:r>
                      <a:endParaRPr/>
                    </a:p>
                  </a:txBody>
                  <a:tcPr marL="91450" marR="91450" marT="45725" marB="45725"/>
                </a:tc>
                <a:extLst>
                  <a:ext uri="{0D108BD9-81ED-4DB2-BD59-A6C34878D82A}">
                    <a16:rowId xmlns:a16="http://schemas.microsoft.com/office/drawing/2014/main" val="10000"/>
                  </a:ext>
                </a:extLst>
              </a:tr>
              <a:tr h="442600">
                <a:tc>
                  <a:txBody>
                    <a:bodyPr/>
                    <a:lstStyle/>
                    <a:p>
                      <a:pPr marL="0" marR="0" lvl="0" indent="0" algn="l" rtl="0">
                        <a:spcBef>
                          <a:spcPts val="0"/>
                        </a:spcBef>
                        <a:spcAft>
                          <a:spcPts val="0"/>
                        </a:spcAft>
                        <a:buClr>
                          <a:schemeClr val="dk1"/>
                        </a:buClr>
                        <a:buSzPts val="1800"/>
                        <a:buFont typeface="Calibri"/>
                        <a:buNone/>
                      </a:pPr>
                      <a:r>
                        <a:rPr lang="en-IN" sz="1800" u="none" strike="noStrike" cap="none"/>
                        <a:t>1</a:t>
                      </a:r>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dirty="0"/>
                        <a:t>1</a:t>
                      </a:r>
                      <a:endParaRPr dirty="0"/>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dirty="0">
                          <a:solidFill>
                            <a:srgbClr val="FF0000"/>
                          </a:solidFill>
                        </a:rPr>
                        <a:t>Delhi</a:t>
                      </a:r>
                      <a:endParaRPr dirty="0">
                        <a:solidFill>
                          <a:srgbClr val="FF0000"/>
                        </a:solidFill>
                      </a:endParaRPr>
                    </a:p>
                  </a:txBody>
                  <a:tcPr marL="91450" marR="91450" marT="45725" marB="45725"/>
                </a:tc>
                <a:extLst>
                  <a:ext uri="{0D108BD9-81ED-4DB2-BD59-A6C34878D82A}">
                    <a16:rowId xmlns:a16="http://schemas.microsoft.com/office/drawing/2014/main" val="10001"/>
                  </a:ext>
                </a:extLst>
              </a:tr>
              <a:tr h="441950">
                <a:tc>
                  <a:txBody>
                    <a:bodyPr/>
                    <a:lstStyle/>
                    <a:p>
                      <a:pPr marL="0" marR="0" lvl="0" indent="0" algn="l" rtl="0">
                        <a:spcBef>
                          <a:spcPts val="0"/>
                        </a:spcBef>
                        <a:spcAft>
                          <a:spcPts val="0"/>
                        </a:spcAft>
                        <a:buClr>
                          <a:schemeClr val="dk1"/>
                        </a:buClr>
                        <a:buSzPts val="1800"/>
                        <a:buFont typeface="Calibri"/>
                        <a:buNone/>
                      </a:pPr>
                      <a:r>
                        <a:rPr lang="en-IN" sz="1800" u="none" strike="noStrike" cap="none"/>
                        <a:t>1</a:t>
                      </a:r>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a:t>3</a:t>
                      </a:r>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a:solidFill>
                            <a:srgbClr val="FF0000"/>
                          </a:solidFill>
                        </a:rPr>
                        <a:t>Mumbai</a:t>
                      </a:r>
                      <a:endParaRPr>
                        <a:solidFill>
                          <a:srgbClr val="FF0000"/>
                        </a:solidFill>
                      </a:endParaRPr>
                    </a:p>
                  </a:txBody>
                  <a:tcPr marL="91450" marR="91450" marT="45725" marB="45725"/>
                </a:tc>
                <a:extLst>
                  <a:ext uri="{0D108BD9-81ED-4DB2-BD59-A6C34878D82A}">
                    <a16:rowId xmlns:a16="http://schemas.microsoft.com/office/drawing/2014/main" val="10002"/>
                  </a:ext>
                </a:extLst>
              </a:tr>
              <a:tr h="442600">
                <a:tc>
                  <a:txBody>
                    <a:bodyPr/>
                    <a:lstStyle/>
                    <a:p>
                      <a:pPr marL="0" marR="0" lvl="0" indent="0" algn="l" rtl="0">
                        <a:spcBef>
                          <a:spcPts val="0"/>
                        </a:spcBef>
                        <a:spcAft>
                          <a:spcPts val="0"/>
                        </a:spcAft>
                        <a:buClr>
                          <a:schemeClr val="dk1"/>
                        </a:buClr>
                        <a:buSzPts val="1800"/>
                        <a:buFont typeface="Calibri"/>
                        <a:buNone/>
                      </a:pPr>
                      <a:r>
                        <a:rPr lang="en-IN" sz="1800" u="none" strike="noStrike" cap="none"/>
                        <a:t>2</a:t>
                      </a:r>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dirty="0"/>
                        <a:t>1</a:t>
                      </a:r>
                      <a:endParaRPr dirty="0"/>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a:solidFill>
                            <a:srgbClr val="FF0000"/>
                          </a:solidFill>
                        </a:rPr>
                        <a:t>Delhi</a:t>
                      </a:r>
                      <a:endParaRPr>
                        <a:solidFill>
                          <a:srgbClr val="FF0000"/>
                        </a:solidFill>
                      </a:endParaRPr>
                    </a:p>
                  </a:txBody>
                  <a:tcPr marL="91450" marR="91450" marT="45725" marB="45725"/>
                </a:tc>
                <a:extLst>
                  <a:ext uri="{0D108BD9-81ED-4DB2-BD59-A6C34878D82A}">
                    <a16:rowId xmlns:a16="http://schemas.microsoft.com/office/drawing/2014/main" val="10003"/>
                  </a:ext>
                </a:extLst>
              </a:tr>
              <a:tr h="442600">
                <a:tc>
                  <a:txBody>
                    <a:bodyPr/>
                    <a:lstStyle/>
                    <a:p>
                      <a:pPr marL="0" marR="0" lvl="0" indent="0" algn="l" rtl="0">
                        <a:spcBef>
                          <a:spcPts val="0"/>
                        </a:spcBef>
                        <a:spcAft>
                          <a:spcPts val="0"/>
                        </a:spcAft>
                        <a:buClr>
                          <a:schemeClr val="dk1"/>
                        </a:buClr>
                        <a:buSzPts val="1800"/>
                        <a:buFont typeface="Calibri"/>
                        <a:buNone/>
                      </a:pPr>
                      <a:r>
                        <a:rPr lang="en-IN" sz="1800" u="none" strike="noStrike" cap="none"/>
                        <a:t>3</a:t>
                      </a:r>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a:t>2</a:t>
                      </a:r>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a:solidFill>
                            <a:srgbClr val="FF0000"/>
                          </a:solidFill>
                        </a:rPr>
                        <a:t>Banglore</a:t>
                      </a:r>
                      <a:endParaRPr>
                        <a:solidFill>
                          <a:srgbClr val="FF0000"/>
                        </a:solidFill>
                      </a:endParaRPr>
                    </a:p>
                  </a:txBody>
                  <a:tcPr marL="91450" marR="91450" marT="45725" marB="45725"/>
                </a:tc>
                <a:extLst>
                  <a:ext uri="{0D108BD9-81ED-4DB2-BD59-A6C34878D82A}">
                    <a16:rowId xmlns:a16="http://schemas.microsoft.com/office/drawing/2014/main" val="10004"/>
                  </a:ext>
                </a:extLst>
              </a:tr>
              <a:tr h="442600">
                <a:tc>
                  <a:txBody>
                    <a:bodyPr/>
                    <a:lstStyle/>
                    <a:p>
                      <a:pPr marL="0" marR="0" lvl="0" indent="0" algn="l" rtl="0">
                        <a:spcBef>
                          <a:spcPts val="0"/>
                        </a:spcBef>
                        <a:spcAft>
                          <a:spcPts val="0"/>
                        </a:spcAft>
                        <a:buClr>
                          <a:schemeClr val="dk1"/>
                        </a:buClr>
                        <a:buSzPts val="1800"/>
                        <a:buFont typeface="Calibri"/>
                        <a:buNone/>
                      </a:pPr>
                      <a:r>
                        <a:rPr lang="en-IN" sz="1800" u="none" strike="noStrike" cap="none"/>
                        <a:t>4</a:t>
                      </a:r>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a:t>3</a:t>
                      </a:r>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dirty="0">
                          <a:solidFill>
                            <a:srgbClr val="FF0000"/>
                          </a:solidFill>
                        </a:rPr>
                        <a:t>Mumbai</a:t>
                      </a:r>
                      <a:endParaRPr dirty="0">
                        <a:solidFill>
                          <a:srgbClr val="FF0000"/>
                        </a:solidFill>
                      </a:endParaRPr>
                    </a:p>
                  </a:txBody>
                  <a:tcPr marL="91450" marR="91450" marT="45725" marB="45725"/>
                </a:tc>
                <a:extLst>
                  <a:ext uri="{0D108BD9-81ED-4DB2-BD59-A6C34878D82A}">
                    <a16:rowId xmlns:a16="http://schemas.microsoft.com/office/drawing/2014/main" val="10005"/>
                  </a:ext>
                </a:extLst>
              </a:tr>
            </a:tbl>
          </a:graphicData>
        </a:graphic>
      </p:graphicFrame>
      <p:graphicFrame>
        <p:nvGraphicFramePr>
          <p:cNvPr id="260" name="Google Shape;260;p24"/>
          <p:cNvGraphicFramePr/>
          <p:nvPr>
            <p:extLst>
              <p:ext uri="{D42A27DB-BD31-4B8C-83A1-F6EECF244321}">
                <p14:modId xmlns:p14="http://schemas.microsoft.com/office/powerpoint/2010/main" val="3289449759"/>
              </p:ext>
            </p:extLst>
          </p:nvPr>
        </p:nvGraphicFramePr>
        <p:xfrm>
          <a:off x="9256068" y="2198939"/>
          <a:ext cx="3030200" cy="1463080"/>
        </p:xfrm>
        <a:graphic>
          <a:graphicData uri="http://schemas.openxmlformats.org/drawingml/2006/table">
            <a:tbl>
              <a:tblPr firstRow="1" bandRow="1">
                <a:noFill/>
                <a:tableStyleId>{97450010-1B03-41FE-BF6F-0C408CD2FB8C}</a:tableStyleId>
              </a:tblPr>
              <a:tblGrid>
                <a:gridCol w="1515100">
                  <a:extLst>
                    <a:ext uri="{9D8B030D-6E8A-4147-A177-3AD203B41FA5}">
                      <a16:colId xmlns:a16="http://schemas.microsoft.com/office/drawing/2014/main" val="20000"/>
                    </a:ext>
                  </a:extLst>
                </a:gridCol>
                <a:gridCol w="1515100">
                  <a:extLst>
                    <a:ext uri="{9D8B030D-6E8A-4147-A177-3AD203B41FA5}">
                      <a16:colId xmlns:a16="http://schemas.microsoft.com/office/drawing/2014/main" val="20001"/>
                    </a:ext>
                  </a:extLst>
                </a:gridCol>
              </a:tblGrid>
              <a:tr h="365750">
                <a:tc>
                  <a:txBody>
                    <a:bodyPr/>
                    <a:lstStyle/>
                    <a:p>
                      <a:pPr marL="0" marR="0" lvl="0" indent="0" algn="l" rtl="0">
                        <a:spcBef>
                          <a:spcPts val="0"/>
                        </a:spcBef>
                        <a:spcAft>
                          <a:spcPts val="0"/>
                        </a:spcAft>
                        <a:buClr>
                          <a:schemeClr val="dk1"/>
                        </a:buClr>
                        <a:buSzPts val="1800"/>
                        <a:buFont typeface="Calibri"/>
                        <a:buNone/>
                      </a:pPr>
                      <a:r>
                        <a:rPr lang="en-IN" sz="1800" u="none" strike="noStrike" cap="none"/>
                        <a:t>Store_ID</a:t>
                      </a:r>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a:t>Location</a:t>
                      </a:r>
                      <a:endParaRPr/>
                    </a:p>
                  </a:txBody>
                  <a:tcPr marL="91450" marR="91450" marT="45725" marB="45725"/>
                </a:tc>
                <a:extLst>
                  <a:ext uri="{0D108BD9-81ED-4DB2-BD59-A6C34878D82A}">
                    <a16:rowId xmlns:a16="http://schemas.microsoft.com/office/drawing/2014/main" val="10000"/>
                  </a:ext>
                </a:extLst>
              </a:tr>
              <a:tr h="365750">
                <a:tc>
                  <a:txBody>
                    <a:bodyPr/>
                    <a:lstStyle/>
                    <a:p>
                      <a:pPr marL="0" marR="0" lvl="0" indent="0" algn="l" rtl="0">
                        <a:spcBef>
                          <a:spcPts val="0"/>
                        </a:spcBef>
                        <a:spcAft>
                          <a:spcPts val="0"/>
                        </a:spcAft>
                        <a:buClr>
                          <a:schemeClr val="dk1"/>
                        </a:buClr>
                        <a:buSzPts val="1800"/>
                        <a:buFont typeface="Calibri"/>
                        <a:buNone/>
                      </a:pPr>
                      <a:r>
                        <a:rPr lang="en-IN" sz="1800" u="none" strike="noStrike" cap="none"/>
                        <a:t>1</a:t>
                      </a:r>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a:t>Delhi</a:t>
                      </a:r>
                      <a:endParaRPr/>
                    </a:p>
                  </a:txBody>
                  <a:tcPr marL="91450" marR="91450" marT="45725" marB="45725"/>
                </a:tc>
                <a:extLst>
                  <a:ext uri="{0D108BD9-81ED-4DB2-BD59-A6C34878D82A}">
                    <a16:rowId xmlns:a16="http://schemas.microsoft.com/office/drawing/2014/main" val="10001"/>
                  </a:ext>
                </a:extLst>
              </a:tr>
              <a:tr h="365750">
                <a:tc>
                  <a:txBody>
                    <a:bodyPr/>
                    <a:lstStyle/>
                    <a:p>
                      <a:pPr marL="0" marR="0" lvl="0" indent="0" algn="l" rtl="0">
                        <a:spcBef>
                          <a:spcPts val="0"/>
                        </a:spcBef>
                        <a:spcAft>
                          <a:spcPts val="0"/>
                        </a:spcAft>
                        <a:buClr>
                          <a:schemeClr val="dk1"/>
                        </a:buClr>
                        <a:buSzPts val="1800"/>
                        <a:buFont typeface="Calibri"/>
                        <a:buNone/>
                      </a:pPr>
                      <a:r>
                        <a:rPr lang="en-IN" sz="1800" u="none" strike="noStrike" cap="none" dirty="0"/>
                        <a:t>3</a:t>
                      </a:r>
                      <a:endParaRPr dirty="0"/>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a:t>Mumbai</a:t>
                      </a:r>
                      <a:endParaRPr/>
                    </a:p>
                  </a:txBody>
                  <a:tcPr marL="91450" marR="91450" marT="45725" marB="45725"/>
                </a:tc>
                <a:extLst>
                  <a:ext uri="{0D108BD9-81ED-4DB2-BD59-A6C34878D82A}">
                    <a16:rowId xmlns:a16="http://schemas.microsoft.com/office/drawing/2014/main" val="10002"/>
                  </a:ext>
                </a:extLst>
              </a:tr>
              <a:tr h="365750">
                <a:tc>
                  <a:txBody>
                    <a:bodyPr/>
                    <a:lstStyle/>
                    <a:p>
                      <a:pPr marL="0" marR="0" lvl="0" indent="0" algn="l" rtl="0">
                        <a:spcBef>
                          <a:spcPts val="0"/>
                        </a:spcBef>
                        <a:spcAft>
                          <a:spcPts val="0"/>
                        </a:spcAft>
                        <a:buClr>
                          <a:schemeClr val="dk1"/>
                        </a:buClr>
                        <a:buSzPts val="1800"/>
                        <a:buFont typeface="Calibri"/>
                        <a:buNone/>
                      </a:pPr>
                      <a:r>
                        <a:rPr lang="en-IN" sz="1800" u="none" strike="noStrike" cap="none"/>
                        <a:t>2</a:t>
                      </a:r>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dirty="0" err="1"/>
                        <a:t>Banglore</a:t>
                      </a:r>
                      <a:endParaRPr dirty="0"/>
                    </a:p>
                  </a:txBody>
                  <a:tcPr marL="91450" marR="91450" marT="45725" marB="45725"/>
                </a:tc>
                <a:extLst>
                  <a:ext uri="{0D108BD9-81ED-4DB2-BD59-A6C34878D82A}">
                    <a16:rowId xmlns:a16="http://schemas.microsoft.com/office/drawing/2014/main" val="10003"/>
                  </a:ext>
                </a:extLst>
              </a:tr>
            </a:tbl>
          </a:graphicData>
        </a:graphic>
      </p:graphicFrame>
      <p:graphicFrame>
        <p:nvGraphicFramePr>
          <p:cNvPr id="261" name="Google Shape;261;p24"/>
          <p:cNvGraphicFramePr/>
          <p:nvPr>
            <p:extLst>
              <p:ext uri="{D42A27DB-BD31-4B8C-83A1-F6EECF244321}">
                <p14:modId xmlns:p14="http://schemas.microsoft.com/office/powerpoint/2010/main" val="224874799"/>
              </p:ext>
            </p:extLst>
          </p:nvPr>
        </p:nvGraphicFramePr>
        <p:xfrm>
          <a:off x="5639926" y="2198939"/>
          <a:ext cx="2880350" cy="2194620"/>
        </p:xfrm>
        <a:graphic>
          <a:graphicData uri="http://schemas.openxmlformats.org/drawingml/2006/table">
            <a:tbl>
              <a:tblPr firstRow="1" bandRow="1">
                <a:noFill/>
                <a:tableStyleId>{97450010-1B03-41FE-BF6F-0C408CD2FB8C}</a:tableStyleId>
              </a:tblPr>
              <a:tblGrid>
                <a:gridCol w="1440175">
                  <a:extLst>
                    <a:ext uri="{9D8B030D-6E8A-4147-A177-3AD203B41FA5}">
                      <a16:colId xmlns:a16="http://schemas.microsoft.com/office/drawing/2014/main" val="20000"/>
                    </a:ext>
                  </a:extLst>
                </a:gridCol>
                <a:gridCol w="1440175">
                  <a:extLst>
                    <a:ext uri="{9D8B030D-6E8A-4147-A177-3AD203B41FA5}">
                      <a16:colId xmlns:a16="http://schemas.microsoft.com/office/drawing/2014/main" val="20001"/>
                    </a:ext>
                  </a:extLst>
                </a:gridCol>
              </a:tblGrid>
              <a:tr h="365750">
                <a:tc>
                  <a:txBody>
                    <a:bodyPr/>
                    <a:lstStyle/>
                    <a:p>
                      <a:pPr marL="0" marR="0" lvl="0" indent="0" algn="l" rtl="0">
                        <a:spcBef>
                          <a:spcPts val="0"/>
                        </a:spcBef>
                        <a:spcAft>
                          <a:spcPts val="0"/>
                        </a:spcAft>
                        <a:buClr>
                          <a:schemeClr val="dk1"/>
                        </a:buClr>
                        <a:buSzPts val="1800"/>
                        <a:buFont typeface="Calibri"/>
                        <a:buNone/>
                      </a:pPr>
                      <a:r>
                        <a:rPr lang="en-IN" sz="1800" u="none" strike="noStrike" cap="none"/>
                        <a:t>Customer_ID</a:t>
                      </a:r>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a:t>Store_ID</a:t>
                      </a:r>
                      <a:endParaRPr/>
                    </a:p>
                  </a:txBody>
                  <a:tcPr marL="91450" marR="91450" marT="45725" marB="45725"/>
                </a:tc>
                <a:extLst>
                  <a:ext uri="{0D108BD9-81ED-4DB2-BD59-A6C34878D82A}">
                    <a16:rowId xmlns:a16="http://schemas.microsoft.com/office/drawing/2014/main" val="10000"/>
                  </a:ext>
                </a:extLst>
              </a:tr>
              <a:tr h="365750">
                <a:tc>
                  <a:txBody>
                    <a:bodyPr/>
                    <a:lstStyle/>
                    <a:p>
                      <a:pPr marL="0" marR="0" lvl="0" indent="0" algn="l" rtl="0">
                        <a:spcBef>
                          <a:spcPts val="0"/>
                        </a:spcBef>
                        <a:spcAft>
                          <a:spcPts val="0"/>
                        </a:spcAft>
                        <a:buClr>
                          <a:schemeClr val="dk1"/>
                        </a:buClr>
                        <a:buSzPts val="1800"/>
                        <a:buFont typeface="Calibri"/>
                        <a:buNone/>
                      </a:pPr>
                      <a:r>
                        <a:rPr lang="en-IN" sz="1800" u="none" strike="noStrike" cap="none" dirty="0"/>
                        <a:t>1</a:t>
                      </a:r>
                      <a:endParaRPr dirty="0"/>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a:t>1</a:t>
                      </a:r>
                      <a:endParaRPr/>
                    </a:p>
                  </a:txBody>
                  <a:tcPr marL="91450" marR="91450" marT="45725" marB="45725"/>
                </a:tc>
                <a:extLst>
                  <a:ext uri="{0D108BD9-81ED-4DB2-BD59-A6C34878D82A}">
                    <a16:rowId xmlns:a16="http://schemas.microsoft.com/office/drawing/2014/main" val="10001"/>
                  </a:ext>
                </a:extLst>
              </a:tr>
              <a:tr h="365750">
                <a:tc>
                  <a:txBody>
                    <a:bodyPr/>
                    <a:lstStyle/>
                    <a:p>
                      <a:pPr marL="0" marR="0" lvl="0" indent="0" algn="l" rtl="0">
                        <a:spcBef>
                          <a:spcPts val="0"/>
                        </a:spcBef>
                        <a:spcAft>
                          <a:spcPts val="0"/>
                        </a:spcAft>
                        <a:buClr>
                          <a:schemeClr val="dk1"/>
                        </a:buClr>
                        <a:buSzPts val="1800"/>
                        <a:buFont typeface="Calibri"/>
                        <a:buNone/>
                      </a:pPr>
                      <a:r>
                        <a:rPr lang="en-IN" sz="1800" u="none" strike="noStrike" cap="none" dirty="0"/>
                        <a:t>1</a:t>
                      </a:r>
                      <a:endParaRPr dirty="0"/>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dirty="0"/>
                        <a:t>3</a:t>
                      </a:r>
                      <a:endParaRPr dirty="0"/>
                    </a:p>
                  </a:txBody>
                  <a:tcPr marL="91450" marR="91450" marT="45725" marB="45725"/>
                </a:tc>
                <a:extLst>
                  <a:ext uri="{0D108BD9-81ED-4DB2-BD59-A6C34878D82A}">
                    <a16:rowId xmlns:a16="http://schemas.microsoft.com/office/drawing/2014/main" val="10002"/>
                  </a:ext>
                </a:extLst>
              </a:tr>
              <a:tr h="365750">
                <a:tc>
                  <a:txBody>
                    <a:bodyPr/>
                    <a:lstStyle/>
                    <a:p>
                      <a:pPr marL="0" marR="0" lvl="0" indent="0" algn="l" rtl="0">
                        <a:spcBef>
                          <a:spcPts val="0"/>
                        </a:spcBef>
                        <a:spcAft>
                          <a:spcPts val="0"/>
                        </a:spcAft>
                        <a:buClr>
                          <a:schemeClr val="dk1"/>
                        </a:buClr>
                        <a:buSzPts val="1800"/>
                        <a:buFont typeface="Calibri"/>
                        <a:buNone/>
                      </a:pPr>
                      <a:r>
                        <a:rPr lang="en-IN" sz="1800" u="none" strike="noStrike" cap="none"/>
                        <a:t>2</a:t>
                      </a:r>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a:t>1</a:t>
                      </a:r>
                      <a:endParaRPr/>
                    </a:p>
                  </a:txBody>
                  <a:tcPr marL="91450" marR="91450" marT="45725" marB="45725"/>
                </a:tc>
                <a:extLst>
                  <a:ext uri="{0D108BD9-81ED-4DB2-BD59-A6C34878D82A}">
                    <a16:rowId xmlns:a16="http://schemas.microsoft.com/office/drawing/2014/main" val="10003"/>
                  </a:ext>
                </a:extLst>
              </a:tr>
              <a:tr h="365750">
                <a:tc>
                  <a:txBody>
                    <a:bodyPr/>
                    <a:lstStyle/>
                    <a:p>
                      <a:pPr marL="0" marR="0" lvl="0" indent="0" algn="l" rtl="0">
                        <a:spcBef>
                          <a:spcPts val="0"/>
                        </a:spcBef>
                        <a:spcAft>
                          <a:spcPts val="0"/>
                        </a:spcAft>
                        <a:buClr>
                          <a:schemeClr val="dk1"/>
                        </a:buClr>
                        <a:buSzPts val="1800"/>
                        <a:buFont typeface="Calibri"/>
                        <a:buNone/>
                      </a:pPr>
                      <a:r>
                        <a:rPr lang="en-IN" sz="1800" u="none" strike="noStrike" cap="none"/>
                        <a:t>3</a:t>
                      </a:r>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a:t>2</a:t>
                      </a:r>
                      <a:endParaRPr/>
                    </a:p>
                  </a:txBody>
                  <a:tcPr marL="91450" marR="91450" marT="45725" marB="45725"/>
                </a:tc>
                <a:extLst>
                  <a:ext uri="{0D108BD9-81ED-4DB2-BD59-A6C34878D82A}">
                    <a16:rowId xmlns:a16="http://schemas.microsoft.com/office/drawing/2014/main" val="10004"/>
                  </a:ext>
                </a:extLst>
              </a:tr>
              <a:tr h="365750">
                <a:tc>
                  <a:txBody>
                    <a:bodyPr/>
                    <a:lstStyle/>
                    <a:p>
                      <a:pPr marL="0" marR="0" lvl="0" indent="0" algn="l" rtl="0">
                        <a:spcBef>
                          <a:spcPts val="0"/>
                        </a:spcBef>
                        <a:spcAft>
                          <a:spcPts val="0"/>
                        </a:spcAft>
                        <a:buClr>
                          <a:schemeClr val="dk1"/>
                        </a:buClr>
                        <a:buSzPts val="1800"/>
                        <a:buFont typeface="Calibri"/>
                        <a:buNone/>
                      </a:pPr>
                      <a:r>
                        <a:rPr lang="en-IN" sz="1800" u="none" strike="noStrike" cap="none"/>
                        <a:t>4</a:t>
                      </a:r>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IN" sz="1800" u="none" strike="noStrike" cap="none" dirty="0"/>
                        <a:t>3</a:t>
                      </a:r>
                      <a:endParaRPr dirty="0"/>
                    </a:p>
                  </a:txBody>
                  <a:tcPr marL="91450" marR="91450" marT="45725" marB="45725"/>
                </a:tc>
                <a:extLst>
                  <a:ext uri="{0D108BD9-81ED-4DB2-BD59-A6C34878D82A}">
                    <a16:rowId xmlns:a16="http://schemas.microsoft.com/office/drawing/2014/main" val="10005"/>
                  </a:ext>
                </a:extLst>
              </a:tr>
            </a:tbl>
          </a:graphicData>
        </a:graphic>
      </p:graphicFrame>
      <p:sp>
        <p:nvSpPr>
          <p:cNvPr id="262" name="Google Shape;262;p24"/>
          <p:cNvSpPr txBox="1"/>
          <p:nvPr/>
        </p:nvSpPr>
        <p:spPr>
          <a:xfrm>
            <a:off x="795433" y="1848952"/>
            <a:ext cx="2362546" cy="369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b="1" dirty="0">
                <a:solidFill>
                  <a:schemeClr val="dk1"/>
                </a:solidFill>
                <a:latin typeface="Calibri"/>
                <a:ea typeface="Calibri"/>
                <a:cs typeface="Calibri"/>
                <a:sym typeface="Calibri"/>
              </a:rPr>
              <a:t>Customer</a:t>
            </a:r>
            <a:r>
              <a:rPr lang="en-IN" sz="1800" dirty="0">
                <a:solidFill>
                  <a:schemeClr val="dk1"/>
                </a:solidFill>
                <a:latin typeface="Calibri"/>
                <a:ea typeface="Calibri"/>
                <a:cs typeface="Calibri"/>
                <a:sym typeface="Calibri"/>
              </a:rPr>
              <a:t>:</a:t>
            </a:r>
            <a:endParaRPr dirty="0"/>
          </a:p>
        </p:txBody>
      </p:sp>
      <p:sp>
        <p:nvSpPr>
          <p:cNvPr id="263" name="Google Shape;263;p24"/>
          <p:cNvSpPr txBox="1"/>
          <p:nvPr/>
        </p:nvSpPr>
        <p:spPr>
          <a:xfrm>
            <a:off x="653012" y="5365942"/>
            <a:ext cx="4163442" cy="646290"/>
          </a:xfrm>
          <a:prstGeom prst="rect">
            <a:avLst/>
          </a:prstGeom>
          <a:noFill/>
          <a:ln>
            <a:noFill/>
          </a:ln>
        </p:spPr>
        <p:txBody>
          <a:bodyPr spcFirstLastPara="1" wrap="square" lIns="91425" tIns="45700" rIns="91425" bIns="45700" anchor="t" anchorCtr="0">
            <a:spAutoFit/>
          </a:bodyPr>
          <a:lstStyle/>
          <a:p>
            <a:pPr algn="l"/>
            <a:r>
              <a:rPr lang="en-IN" sz="1800" dirty="0">
                <a:solidFill>
                  <a:schemeClr val="dk1"/>
                </a:solidFill>
                <a:latin typeface="Calibri"/>
                <a:ea typeface="Calibri"/>
                <a:cs typeface="Calibri"/>
                <a:sym typeface="Calibri"/>
              </a:rPr>
              <a:t>Candidate key={</a:t>
            </a:r>
            <a:r>
              <a:rPr lang="en-IN" sz="1800" dirty="0" err="1">
                <a:solidFill>
                  <a:schemeClr val="dk1"/>
                </a:solidFill>
                <a:latin typeface="Calibri"/>
                <a:ea typeface="Calibri"/>
                <a:cs typeface="Calibri"/>
                <a:sym typeface="Calibri"/>
              </a:rPr>
              <a:t>Customer_ID</a:t>
            </a:r>
            <a:r>
              <a:rPr lang="en-IN" sz="1800" dirty="0">
                <a:solidFill>
                  <a:schemeClr val="dk1"/>
                </a:solidFill>
                <a:latin typeface="Calibri"/>
                <a:ea typeface="Calibri"/>
                <a:cs typeface="Calibri"/>
                <a:sym typeface="Calibri"/>
              </a:rPr>
              <a:t>, </a:t>
            </a:r>
            <a:r>
              <a:rPr lang="en-IN" sz="1800" dirty="0" err="1">
                <a:solidFill>
                  <a:schemeClr val="dk1"/>
                </a:solidFill>
                <a:latin typeface="Calibri"/>
                <a:ea typeface="Calibri"/>
                <a:cs typeface="Calibri"/>
                <a:sym typeface="Calibri"/>
              </a:rPr>
              <a:t>Store_ID</a:t>
            </a:r>
            <a:r>
              <a:rPr lang="en-IN" sz="1800" dirty="0">
                <a:solidFill>
                  <a:schemeClr val="dk1"/>
                </a:solidFill>
                <a:latin typeface="Calibri"/>
                <a:ea typeface="Calibri"/>
                <a:cs typeface="Calibri"/>
                <a:sym typeface="Calibri"/>
              </a:rPr>
              <a:t>}</a:t>
            </a: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cxnSp>
        <p:nvCxnSpPr>
          <p:cNvPr id="9" name="Connector: Curved 8">
            <a:extLst>
              <a:ext uri="{FF2B5EF4-FFF2-40B4-BE49-F238E27FC236}">
                <a16:creationId xmlns:a16="http://schemas.microsoft.com/office/drawing/2014/main" id="{53E3C3B7-F256-C828-876A-6C9E66BA9A01}"/>
              </a:ext>
            </a:extLst>
          </p:cNvPr>
          <p:cNvCxnSpPr>
            <a:cxnSpLocks/>
          </p:cNvCxnSpPr>
          <p:nvPr/>
        </p:nvCxnSpPr>
        <p:spPr>
          <a:xfrm flipV="1">
            <a:off x="3876674" y="1881534"/>
            <a:ext cx="369949" cy="317405"/>
          </a:xfrm>
          <a:prstGeom prst="curvedConnector3">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0" name="Google Shape;156;p8">
            <a:extLst>
              <a:ext uri="{FF2B5EF4-FFF2-40B4-BE49-F238E27FC236}">
                <a16:creationId xmlns:a16="http://schemas.microsoft.com/office/drawing/2014/main" id="{0D593DB2-2444-F025-D21E-874C72330A0A}"/>
              </a:ext>
            </a:extLst>
          </p:cNvPr>
          <p:cNvSpPr txBox="1"/>
          <p:nvPr/>
        </p:nvSpPr>
        <p:spPr>
          <a:xfrm>
            <a:off x="4221479" y="1711346"/>
            <a:ext cx="2132187" cy="369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cs typeface="Calibri"/>
                <a:sym typeface="Calibri"/>
              </a:rPr>
              <a:t>Non Prime Attribute</a:t>
            </a:r>
            <a:endParaRPr dirty="0"/>
          </a:p>
        </p:txBody>
      </p:sp>
      <p:sp>
        <p:nvSpPr>
          <p:cNvPr id="11" name="Google Shape;156;p8">
            <a:extLst>
              <a:ext uri="{FF2B5EF4-FFF2-40B4-BE49-F238E27FC236}">
                <a16:creationId xmlns:a16="http://schemas.microsoft.com/office/drawing/2014/main" id="{AE347E25-BDE7-3559-590E-9F1A81C36924}"/>
              </a:ext>
            </a:extLst>
          </p:cNvPr>
          <p:cNvSpPr txBox="1"/>
          <p:nvPr/>
        </p:nvSpPr>
        <p:spPr>
          <a:xfrm>
            <a:off x="4949072" y="4725088"/>
            <a:ext cx="7126664" cy="1600398"/>
          </a:xfrm>
          <a:prstGeom prst="rect">
            <a:avLst/>
          </a:prstGeom>
          <a:noFill/>
          <a:ln>
            <a:noFill/>
          </a:ln>
        </p:spPr>
        <p:txBody>
          <a:bodyPr spcFirstLastPara="1" wrap="square" lIns="91425" tIns="45700" rIns="91425" bIns="45700" anchor="t" anchorCtr="0">
            <a:spAutoFit/>
          </a:bodyPr>
          <a:lstStyle/>
          <a:p>
            <a:pPr algn="l"/>
            <a:r>
              <a:rPr lang="en-US" b="1" i="0" dirty="0">
                <a:solidFill>
                  <a:srgbClr val="303030"/>
                </a:solidFill>
                <a:effectLst/>
                <a:latin typeface="Open Sans" panose="020B0606030504020204" pitchFamily="34" charset="0"/>
              </a:rPr>
              <a:t>Prime or Key Attributes:</a:t>
            </a:r>
          </a:p>
          <a:p>
            <a:pPr algn="l"/>
            <a:r>
              <a:rPr lang="en-US" b="0" i="0" dirty="0">
                <a:solidFill>
                  <a:srgbClr val="303030"/>
                </a:solidFill>
                <a:effectLst/>
                <a:latin typeface="Open Sans" panose="020B0606030504020204" pitchFamily="34" charset="0"/>
              </a:rPr>
              <a:t>Attributes of the relation which exist in at least one of the possible candidate keys, are called prime or key attributes.</a:t>
            </a:r>
          </a:p>
          <a:p>
            <a:pPr algn="l"/>
            <a:endParaRPr lang="en-US" b="0" i="0" dirty="0">
              <a:solidFill>
                <a:srgbClr val="303030"/>
              </a:solidFill>
              <a:effectLst/>
              <a:latin typeface="Open Sans" panose="020B0606030504020204" pitchFamily="34" charset="0"/>
            </a:endParaRPr>
          </a:p>
          <a:p>
            <a:pPr algn="l"/>
            <a:r>
              <a:rPr lang="en-US" b="1" i="0" dirty="0">
                <a:solidFill>
                  <a:srgbClr val="303030"/>
                </a:solidFill>
                <a:effectLst/>
                <a:latin typeface="Open Sans" panose="020B0606030504020204" pitchFamily="34" charset="0"/>
              </a:rPr>
              <a:t>Non Prime or Non Key Attributes:</a:t>
            </a:r>
          </a:p>
          <a:p>
            <a:pPr algn="l"/>
            <a:r>
              <a:rPr lang="en-US" b="0" i="0" dirty="0">
                <a:solidFill>
                  <a:srgbClr val="303030"/>
                </a:solidFill>
                <a:effectLst/>
                <a:latin typeface="Open Sans" panose="020B0606030504020204" pitchFamily="34" charset="0"/>
              </a:rPr>
              <a:t>Attributes of the relation which does not exist in any of the possible candidate keys of the relation, such attributes are called non prime or non key attributes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25"/>
          <p:cNvSpPr txBox="1">
            <a:spLocks noGrp="1"/>
          </p:cNvSpPr>
          <p:nvPr>
            <p:ph type="title"/>
          </p:nvPr>
        </p:nvSpPr>
        <p:spPr>
          <a:xfrm>
            <a:off x="838200" y="365125"/>
            <a:ext cx="10515600" cy="87884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a:buNone/>
            </a:pPr>
            <a:r>
              <a:rPr lang="en-IN">
                <a:latin typeface="Times New Roman"/>
                <a:ea typeface="Times New Roman"/>
                <a:cs typeface="Times New Roman"/>
                <a:sym typeface="Times New Roman"/>
              </a:rPr>
              <a:t>3rd Normal Form</a:t>
            </a:r>
            <a:endParaRPr/>
          </a:p>
        </p:txBody>
      </p:sp>
      <p:sp>
        <p:nvSpPr>
          <p:cNvPr id="269" name="Google Shape;269;p25"/>
          <p:cNvSpPr txBox="1"/>
          <p:nvPr/>
        </p:nvSpPr>
        <p:spPr>
          <a:xfrm>
            <a:off x="800100" y="1581150"/>
            <a:ext cx="9852660" cy="40925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000" b="1" dirty="0">
                <a:solidFill>
                  <a:schemeClr val="dk1"/>
                </a:solidFill>
                <a:latin typeface="Times New Roman"/>
                <a:ea typeface="Times New Roman"/>
                <a:cs typeface="Times New Roman"/>
                <a:sym typeface="Times New Roman"/>
              </a:rPr>
              <a:t>1.A relation will be in 3NF if it is in 2NF and not contain any transitive partial dependency.</a:t>
            </a:r>
            <a:endParaRPr dirty="0"/>
          </a:p>
          <a:p>
            <a:pPr marL="0" marR="0" lvl="0" indent="0" algn="l" rtl="0">
              <a:spcBef>
                <a:spcPts val="0"/>
              </a:spcBef>
              <a:spcAft>
                <a:spcPts val="0"/>
              </a:spcAft>
              <a:buNone/>
            </a:pPr>
            <a:endParaRPr sz="2000" b="1"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IN" sz="2000" b="1" dirty="0">
                <a:solidFill>
                  <a:schemeClr val="dk1"/>
                </a:solidFill>
                <a:latin typeface="Times New Roman"/>
                <a:ea typeface="Times New Roman"/>
                <a:cs typeface="Times New Roman"/>
                <a:sym typeface="Times New Roman"/>
              </a:rPr>
              <a:t>2.3NF is used to reduce the data duplication. It is also used to achieve the data integrity.</a:t>
            </a:r>
            <a:endParaRPr dirty="0"/>
          </a:p>
          <a:p>
            <a:pPr marL="0" marR="0" lvl="0" indent="0" algn="l" rtl="0">
              <a:spcBef>
                <a:spcPts val="0"/>
              </a:spcBef>
              <a:spcAft>
                <a:spcPts val="0"/>
              </a:spcAft>
              <a:buNone/>
            </a:pPr>
            <a:endParaRPr sz="2000" b="1"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IN" sz="2000" b="1" dirty="0">
                <a:solidFill>
                  <a:schemeClr val="dk1"/>
                </a:solidFill>
                <a:latin typeface="Times New Roman"/>
                <a:ea typeface="Times New Roman"/>
                <a:cs typeface="Times New Roman"/>
                <a:sym typeface="Times New Roman"/>
              </a:rPr>
              <a:t>3.If there is no transitive dependency for non-prime attributes, then the relation must be in third normal form. </a:t>
            </a:r>
            <a:endParaRPr dirty="0"/>
          </a:p>
          <a:p>
            <a:pPr marL="0" marR="0" lvl="0" indent="0" algn="l" rtl="0">
              <a:spcBef>
                <a:spcPts val="0"/>
              </a:spcBef>
              <a:spcAft>
                <a:spcPts val="0"/>
              </a:spcAft>
              <a:buNone/>
            </a:pPr>
            <a:endParaRPr sz="2000"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IN" sz="2000" dirty="0">
                <a:solidFill>
                  <a:schemeClr val="dk1"/>
                </a:solidFill>
                <a:latin typeface="Times New Roman"/>
                <a:ea typeface="Times New Roman"/>
                <a:cs typeface="Times New Roman"/>
                <a:sym typeface="Times New Roman"/>
              </a:rPr>
              <a:t>A relation is in third normal form if it holds </a:t>
            </a:r>
            <a:r>
              <a:rPr lang="en-IN" sz="2000" dirty="0" err="1">
                <a:solidFill>
                  <a:schemeClr val="dk1"/>
                </a:solidFill>
                <a:latin typeface="Times New Roman"/>
                <a:ea typeface="Times New Roman"/>
                <a:cs typeface="Times New Roman"/>
                <a:sym typeface="Times New Roman"/>
              </a:rPr>
              <a:t>atleast</a:t>
            </a:r>
            <a:r>
              <a:rPr lang="en-IN" sz="2000" dirty="0">
                <a:solidFill>
                  <a:schemeClr val="dk1"/>
                </a:solidFill>
                <a:latin typeface="Times New Roman"/>
                <a:ea typeface="Times New Roman"/>
                <a:cs typeface="Times New Roman"/>
                <a:sym typeface="Times New Roman"/>
              </a:rPr>
              <a:t> one of the following conditions for every non-trivial function dependency X → Y.</a:t>
            </a:r>
            <a:endParaRPr dirty="0"/>
          </a:p>
          <a:p>
            <a:pPr marL="0" marR="0" lvl="0" indent="0" algn="l" rtl="0">
              <a:spcBef>
                <a:spcPts val="0"/>
              </a:spcBef>
              <a:spcAft>
                <a:spcPts val="0"/>
              </a:spcAft>
              <a:buNone/>
            </a:pPr>
            <a:endParaRPr sz="2000"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IN" sz="2000" dirty="0">
                <a:solidFill>
                  <a:schemeClr val="dk1"/>
                </a:solidFill>
                <a:latin typeface="Times New Roman"/>
                <a:ea typeface="Times New Roman"/>
                <a:cs typeface="Times New Roman"/>
                <a:sym typeface="Times New Roman"/>
              </a:rPr>
              <a:t>1.X is a super key.</a:t>
            </a:r>
            <a:endParaRPr dirty="0"/>
          </a:p>
          <a:p>
            <a:pPr marL="0" marR="0" lvl="0" indent="0" algn="l" rtl="0">
              <a:spcBef>
                <a:spcPts val="0"/>
              </a:spcBef>
              <a:spcAft>
                <a:spcPts val="0"/>
              </a:spcAft>
              <a:buNone/>
            </a:pPr>
            <a:r>
              <a:rPr lang="en-IN" sz="2000" dirty="0">
                <a:solidFill>
                  <a:schemeClr val="dk1"/>
                </a:solidFill>
                <a:latin typeface="Times New Roman"/>
                <a:ea typeface="Times New Roman"/>
                <a:cs typeface="Times New Roman"/>
                <a:sym typeface="Times New Roman"/>
              </a:rPr>
              <a:t>2.Y is a prime attribute, i.e., each element of Y is part of some candidate key.</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2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endParaRPr/>
          </a:p>
        </p:txBody>
      </p:sp>
      <p:pic>
        <p:nvPicPr>
          <p:cNvPr id="275" name="Google Shape;275;p26" descr="3nf"/>
          <p:cNvPicPr preferRelativeResize="0">
            <a:picLocks noGrp="1"/>
          </p:cNvPicPr>
          <p:nvPr>
            <p:ph type="body" idx="1"/>
          </p:nvPr>
        </p:nvPicPr>
        <p:blipFill rotWithShape="1">
          <a:blip r:embed="rId3">
            <a:alphaModFix/>
          </a:blip>
          <a:srcRect/>
          <a:stretch/>
        </p:blipFill>
        <p:spPr>
          <a:xfrm>
            <a:off x="728980" y="375920"/>
            <a:ext cx="10306050" cy="59944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27"/>
          <p:cNvSpPr txBox="1"/>
          <p:nvPr/>
        </p:nvSpPr>
        <p:spPr>
          <a:xfrm>
            <a:off x="871855" y="535940"/>
            <a:ext cx="10447655" cy="60007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400" b="1">
                <a:solidFill>
                  <a:schemeClr val="dk1"/>
                </a:solidFill>
                <a:latin typeface="Times New Roman"/>
                <a:ea typeface="Times New Roman"/>
                <a:cs typeface="Times New Roman"/>
                <a:sym typeface="Times New Roman"/>
              </a:rPr>
              <a:t>Super key in the table above:</a:t>
            </a:r>
            <a:endParaRPr/>
          </a:p>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IN" sz="2400">
                <a:solidFill>
                  <a:schemeClr val="dk1"/>
                </a:solidFill>
                <a:latin typeface="Times New Roman"/>
                <a:ea typeface="Times New Roman"/>
                <a:cs typeface="Times New Roman"/>
                <a:sym typeface="Times New Roman"/>
              </a:rPr>
              <a:t>{EMP_ID} ,   {EMP_ID, EMP_NAME}  ,   {EMP_ID, EMP_NAME, EMP_ZIP}....so on</a:t>
            </a:r>
            <a:endParaRPr/>
          </a:p>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IN" sz="2400" b="1">
                <a:solidFill>
                  <a:schemeClr val="dk1"/>
                </a:solidFill>
                <a:latin typeface="Times New Roman"/>
                <a:ea typeface="Times New Roman"/>
                <a:cs typeface="Times New Roman"/>
                <a:sym typeface="Times New Roman"/>
              </a:rPr>
              <a:t>Candidate key:</a:t>
            </a:r>
            <a:r>
              <a:rPr lang="en-IN" sz="2400">
                <a:solidFill>
                  <a:schemeClr val="dk1"/>
                </a:solidFill>
                <a:latin typeface="Times New Roman"/>
                <a:ea typeface="Times New Roman"/>
                <a:cs typeface="Times New Roman"/>
                <a:sym typeface="Times New Roman"/>
              </a:rPr>
              <a:t> {EMP_ID}</a:t>
            </a:r>
            <a:endParaRPr/>
          </a:p>
          <a:p>
            <a:pPr marL="0" marR="0" lvl="0" indent="0" algn="l" rtl="0">
              <a:spcBef>
                <a:spcPts val="0"/>
              </a:spcBef>
              <a:spcAft>
                <a:spcPts val="0"/>
              </a:spcAft>
              <a:buNone/>
            </a:pPr>
            <a:r>
              <a:rPr lang="en-IN" sz="2400">
                <a:solidFill>
                  <a:schemeClr val="dk1"/>
                </a:solidFill>
                <a:latin typeface="Times New Roman"/>
                <a:ea typeface="Times New Roman"/>
                <a:cs typeface="Times New Roman"/>
                <a:sym typeface="Times New Roman"/>
              </a:rPr>
              <a:t>Non-prime attributes: In the given table, all attributes except EMP_ID are non-prime.</a:t>
            </a:r>
            <a:endParaRPr/>
          </a:p>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IN" sz="2400">
                <a:solidFill>
                  <a:schemeClr val="dk1"/>
                </a:solidFill>
                <a:latin typeface="Times New Roman"/>
                <a:ea typeface="Times New Roman"/>
                <a:cs typeface="Times New Roman"/>
                <a:sym typeface="Times New Roman"/>
              </a:rPr>
              <a:t>Here, EMP_STATE &amp; EMP_CITY dependent on EMP_ZIP and EMP_ZIP dependent on EMP_ID. The non-prime attributes (EMP_STATE, EMP_CITY) transitively dependent on super key(EMP_ID). It violates the rule of third normal form.</a:t>
            </a:r>
            <a:endParaRPr/>
          </a:p>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IN" sz="2400">
                <a:solidFill>
                  <a:schemeClr val="dk1"/>
                </a:solidFill>
                <a:latin typeface="Times New Roman"/>
                <a:ea typeface="Times New Roman"/>
                <a:cs typeface="Times New Roman"/>
                <a:sym typeface="Times New Roman"/>
              </a:rPr>
              <a:t>That's why we need to move the EMP_CITY and EMP_STATE to the new &lt;EMPLOYEE_ZIP&gt; table, with EMP_ZIP as a Primary key.</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28"/>
          <p:cNvSpPr txBox="1">
            <a:spLocks noGrp="1"/>
          </p:cNvSpPr>
          <p:nvPr>
            <p:ph type="title"/>
          </p:nvPr>
        </p:nvSpPr>
        <p:spPr>
          <a:xfrm>
            <a:off x="838200" y="365125"/>
            <a:ext cx="10515600" cy="592455"/>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IN"/>
              <a:t>Solution</a:t>
            </a:r>
            <a:endParaRPr/>
          </a:p>
        </p:txBody>
      </p:sp>
      <p:pic>
        <p:nvPicPr>
          <p:cNvPr id="286" name="Google Shape;286;p28" descr="3nf2"/>
          <p:cNvPicPr preferRelativeResize="0">
            <a:picLocks noGrp="1"/>
          </p:cNvPicPr>
          <p:nvPr>
            <p:ph type="body" idx="1"/>
          </p:nvPr>
        </p:nvPicPr>
        <p:blipFill rotWithShape="1">
          <a:blip r:embed="rId3">
            <a:alphaModFix/>
          </a:blip>
          <a:srcRect/>
          <a:stretch/>
        </p:blipFill>
        <p:spPr>
          <a:xfrm>
            <a:off x="838200" y="1357630"/>
            <a:ext cx="5527675" cy="3917950"/>
          </a:xfrm>
          <a:prstGeom prst="rect">
            <a:avLst/>
          </a:prstGeom>
          <a:noFill/>
          <a:ln>
            <a:noFill/>
          </a:ln>
        </p:spPr>
      </p:pic>
      <p:pic>
        <p:nvPicPr>
          <p:cNvPr id="287" name="Google Shape;287;p28" descr="3nf3"/>
          <p:cNvPicPr preferRelativeResize="0">
            <a:picLocks noGrp="1"/>
          </p:cNvPicPr>
          <p:nvPr>
            <p:ph type="body" idx="2"/>
          </p:nvPr>
        </p:nvPicPr>
        <p:blipFill rotWithShape="1">
          <a:blip r:embed="rId4">
            <a:alphaModFix/>
          </a:blip>
          <a:srcRect/>
          <a:stretch/>
        </p:blipFill>
        <p:spPr>
          <a:xfrm>
            <a:off x="6172200" y="1356995"/>
            <a:ext cx="5181600" cy="390715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29"/>
          <p:cNvSpPr txBox="1">
            <a:spLocks noGrp="1"/>
          </p:cNvSpPr>
          <p:nvPr>
            <p:ph type="title"/>
          </p:nvPr>
        </p:nvSpPr>
        <p:spPr>
          <a:xfrm>
            <a:off x="838200" y="365125"/>
            <a:ext cx="10515600" cy="6223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Times New Roman"/>
              <a:buNone/>
            </a:pPr>
            <a:r>
              <a:rPr lang="en-IN">
                <a:latin typeface="Times New Roman"/>
                <a:ea typeface="Times New Roman"/>
                <a:cs typeface="Times New Roman"/>
                <a:sym typeface="Times New Roman"/>
              </a:rPr>
              <a:t>Boyce Codd normal form (BCNF)</a:t>
            </a:r>
            <a:endParaRPr/>
          </a:p>
        </p:txBody>
      </p:sp>
      <p:sp>
        <p:nvSpPr>
          <p:cNvPr id="293" name="Google Shape;293;p29"/>
          <p:cNvSpPr txBox="1"/>
          <p:nvPr/>
        </p:nvSpPr>
        <p:spPr>
          <a:xfrm>
            <a:off x="1054735" y="1111885"/>
            <a:ext cx="9614535" cy="440116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800" dirty="0">
                <a:solidFill>
                  <a:schemeClr val="dk1"/>
                </a:solidFill>
                <a:latin typeface="+mn-lt"/>
                <a:ea typeface="Times New Roman"/>
                <a:cs typeface="Times New Roman"/>
                <a:sym typeface="Times New Roman"/>
              </a:rPr>
              <a:t>BCNF is the advance version of 3NF. It is stricter than 3NF.</a:t>
            </a:r>
            <a:endParaRPr sz="2800" dirty="0">
              <a:latin typeface="+mn-lt"/>
            </a:endParaRPr>
          </a:p>
          <a:p>
            <a:pPr marL="0" marR="0" lvl="0" indent="0" algn="l" rtl="0">
              <a:spcBef>
                <a:spcPts val="0"/>
              </a:spcBef>
              <a:spcAft>
                <a:spcPts val="0"/>
              </a:spcAft>
              <a:buNone/>
            </a:pPr>
            <a:endParaRPr sz="2800" dirty="0">
              <a:solidFill>
                <a:schemeClr val="dk1"/>
              </a:solidFill>
              <a:latin typeface="+mn-lt"/>
              <a:ea typeface="Times New Roman"/>
              <a:cs typeface="Times New Roman"/>
              <a:sym typeface="Times New Roman"/>
            </a:endParaRPr>
          </a:p>
          <a:p>
            <a:pPr marL="0" marR="0" lvl="0" indent="0" algn="l" rtl="0">
              <a:spcBef>
                <a:spcPts val="0"/>
              </a:spcBef>
              <a:spcAft>
                <a:spcPts val="0"/>
              </a:spcAft>
              <a:buNone/>
            </a:pPr>
            <a:r>
              <a:rPr lang="en-IN" sz="2800" dirty="0">
                <a:solidFill>
                  <a:schemeClr val="dk1"/>
                </a:solidFill>
                <a:latin typeface="+mn-lt"/>
                <a:ea typeface="Times New Roman"/>
                <a:cs typeface="Times New Roman"/>
                <a:sym typeface="Times New Roman"/>
              </a:rPr>
              <a:t>A table is in BCNF if every functional dependency X → Y, X is the super key of the table.</a:t>
            </a:r>
            <a:endParaRPr sz="2800" dirty="0">
              <a:latin typeface="+mn-lt"/>
            </a:endParaRPr>
          </a:p>
          <a:p>
            <a:pPr marL="0" marR="0" lvl="0" indent="0" algn="l" rtl="0">
              <a:spcBef>
                <a:spcPts val="0"/>
              </a:spcBef>
              <a:spcAft>
                <a:spcPts val="0"/>
              </a:spcAft>
              <a:buNone/>
            </a:pPr>
            <a:endParaRPr sz="2800" dirty="0">
              <a:solidFill>
                <a:schemeClr val="dk1"/>
              </a:solidFill>
              <a:latin typeface="+mn-lt"/>
              <a:ea typeface="Times New Roman"/>
              <a:cs typeface="Times New Roman"/>
              <a:sym typeface="Times New Roman"/>
            </a:endParaRPr>
          </a:p>
          <a:p>
            <a:pPr marL="0" marR="0" lvl="0" indent="0" algn="l" rtl="0">
              <a:spcBef>
                <a:spcPts val="0"/>
              </a:spcBef>
              <a:spcAft>
                <a:spcPts val="0"/>
              </a:spcAft>
              <a:buNone/>
            </a:pPr>
            <a:r>
              <a:rPr lang="en-IN" sz="2800" dirty="0">
                <a:solidFill>
                  <a:schemeClr val="dk1"/>
                </a:solidFill>
                <a:latin typeface="+mn-lt"/>
                <a:ea typeface="Times New Roman"/>
                <a:cs typeface="Times New Roman"/>
                <a:sym typeface="Times New Roman"/>
              </a:rPr>
              <a:t>For BCNF, the table should be in 3NF, and for every Functional Dependency, Left Hand Side is super key.</a:t>
            </a:r>
            <a:endParaRPr sz="2800" dirty="0">
              <a:latin typeface="+mn-lt"/>
            </a:endParaRPr>
          </a:p>
          <a:p>
            <a:pPr marL="0" marR="0" lvl="0" indent="0" algn="l" rtl="0">
              <a:spcBef>
                <a:spcPts val="0"/>
              </a:spcBef>
              <a:spcAft>
                <a:spcPts val="0"/>
              </a:spcAft>
              <a:buNone/>
            </a:pPr>
            <a:endParaRPr sz="2800" dirty="0">
              <a:solidFill>
                <a:schemeClr val="dk1"/>
              </a:solidFill>
              <a:latin typeface="+mn-lt"/>
              <a:ea typeface="Times New Roman"/>
              <a:cs typeface="Times New Roman"/>
              <a:sym typeface="Times New Roman"/>
            </a:endParaRPr>
          </a:p>
          <a:p>
            <a:pPr marL="0" marR="0" lvl="0" indent="0" algn="l" rtl="0">
              <a:spcBef>
                <a:spcPts val="0"/>
              </a:spcBef>
              <a:spcAft>
                <a:spcPts val="0"/>
              </a:spcAft>
              <a:buNone/>
            </a:pPr>
            <a:r>
              <a:rPr lang="en-IN" sz="2800" dirty="0">
                <a:solidFill>
                  <a:schemeClr val="dk1"/>
                </a:solidFill>
                <a:latin typeface="+mn-lt"/>
                <a:ea typeface="Times New Roman"/>
                <a:cs typeface="Times New Roman"/>
                <a:sym typeface="Times New Roman"/>
              </a:rPr>
              <a:t>Example: Let's assume there is a company where employees work in more than one department.</a:t>
            </a:r>
            <a:endParaRPr sz="2800" dirty="0">
              <a:latin typeface="+mn-l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3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endParaRPr/>
          </a:p>
        </p:txBody>
      </p:sp>
      <p:pic>
        <p:nvPicPr>
          <p:cNvPr id="299" name="Google Shape;299;p30" descr="3nf4"/>
          <p:cNvPicPr preferRelativeResize="0">
            <a:picLocks noGrp="1"/>
          </p:cNvPicPr>
          <p:nvPr>
            <p:ph type="body" idx="1"/>
          </p:nvPr>
        </p:nvPicPr>
        <p:blipFill rotWithShape="1">
          <a:blip r:embed="rId3">
            <a:alphaModFix/>
          </a:blip>
          <a:srcRect/>
          <a:stretch/>
        </p:blipFill>
        <p:spPr>
          <a:xfrm>
            <a:off x="735965" y="518160"/>
            <a:ext cx="10587355" cy="60229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000"/>
              <a:buFont typeface="Times New Roman"/>
              <a:buNone/>
            </a:pPr>
            <a:r>
              <a:rPr lang="en-IN" sz="2000">
                <a:latin typeface="Times New Roman"/>
                <a:ea typeface="Times New Roman"/>
                <a:cs typeface="Times New Roman"/>
                <a:sym typeface="Times New Roman"/>
              </a:rPr>
              <a:t>The table is not in BCNF because neither EMP_DEPT nor EMP_ID alone are keys.</a:t>
            </a:r>
            <a:br>
              <a:rPr lang="en-IN" sz="2000">
                <a:latin typeface="Times New Roman"/>
                <a:ea typeface="Times New Roman"/>
                <a:cs typeface="Times New Roman"/>
                <a:sym typeface="Times New Roman"/>
              </a:rPr>
            </a:br>
            <a:br>
              <a:rPr lang="en-IN" sz="2000">
                <a:latin typeface="Times New Roman"/>
                <a:ea typeface="Times New Roman"/>
                <a:cs typeface="Times New Roman"/>
                <a:sym typeface="Times New Roman"/>
              </a:rPr>
            </a:br>
            <a:r>
              <a:rPr lang="en-IN" sz="2000">
                <a:latin typeface="Times New Roman"/>
                <a:ea typeface="Times New Roman"/>
                <a:cs typeface="Times New Roman"/>
                <a:sym typeface="Times New Roman"/>
              </a:rPr>
              <a:t>To convert the given table into BCNF, we decompose it into three tables:</a:t>
            </a:r>
            <a:endParaRPr/>
          </a:p>
        </p:txBody>
      </p:sp>
      <p:pic>
        <p:nvPicPr>
          <p:cNvPr id="305" name="Google Shape;305;p31" descr="3nf5"/>
          <p:cNvPicPr preferRelativeResize="0">
            <a:picLocks noGrp="1"/>
          </p:cNvPicPr>
          <p:nvPr>
            <p:ph type="body" idx="1"/>
          </p:nvPr>
        </p:nvPicPr>
        <p:blipFill rotWithShape="1">
          <a:blip r:embed="rId3">
            <a:alphaModFix/>
          </a:blip>
          <a:srcRect/>
          <a:stretch/>
        </p:blipFill>
        <p:spPr>
          <a:xfrm>
            <a:off x="1219200" y="1825625"/>
            <a:ext cx="8849360" cy="4846955"/>
          </a:xfrm>
          <a:prstGeom prst="rect">
            <a:avLst/>
          </a:prstGeom>
          <a:noFill/>
          <a:ln>
            <a:noFill/>
          </a:ln>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1F8CD0C4-13A8-1C9F-BE34-B9938C738DB5}"/>
                  </a:ext>
                </a:extLst>
              </p14:cNvPr>
              <p14:cNvContentPartPr/>
              <p14:nvPr/>
            </p14:nvContentPartPr>
            <p14:xfrm>
              <a:off x="1460873" y="3393705"/>
              <a:ext cx="360" cy="360"/>
            </p14:xfrm>
          </p:contentPart>
        </mc:Choice>
        <mc:Fallback xmlns="">
          <p:pic>
            <p:nvPicPr>
              <p:cNvPr id="2" name="Ink 1">
                <a:extLst>
                  <a:ext uri="{FF2B5EF4-FFF2-40B4-BE49-F238E27FC236}">
                    <a16:creationId xmlns:a16="http://schemas.microsoft.com/office/drawing/2014/main" id="{1F8CD0C4-13A8-1C9F-BE34-B9938C738DB5}"/>
                  </a:ext>
                </a:extLst>
              </p:cNvPr>
              <p:cNvPicPr/>
              <p:nvPr/>
            </p:nvPicPr>
            <p:blipFill>
              <a:blip r:embed="rId5"/>
              <a:stretch>
                <a:fillRect/>
              </a:stretch>
            </p:blipFill>
            <p:spPr>
              <a:xfrm>
                <a:off x="1452233" y="3384705"/>
                <a:ext cx="18000" cy="18000"/>
              </a:xfrm>
              <a:prstGeom prst="rect">
                <a:avLst/>
              </a:prstGeom>
            </p:spPr>
          </p:pic>
        </mc:Fallback>
      </mc:AlternateContent>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3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endParaRPr/>
          </a:p>
        </p:txBody>
      </p:sp>
      <p:pic>
        <p:nvPicPr>
          <p:cNvPr id="311" name="Google Shape;311;p32" descr="3nf6"/>
          <p:cNvPicPr preferRelativeResize="0">
            <a:picLocks noGrp="1"/>
          </p:cNvPicPr>
          <p:nvPr>
            <p:ph type="body" idx="1"/>
          </p:nvPr>
        </p:nvPicPr>
        <p:blipFill rotWithShape="1">
          <a:blip r:embed="rId3">
            <a:alphaModFix/>
          </a:blip>
          <a:srcRect/>
          <a:stretch/>
        </p:blipFill>
        <p:spPr>
          <a:xfrm>
            <a:off x="740410" y="238760"/>
            <a:ext cx="9779000" cy="638429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33"/>
          <p:cNvSpPr txBox="1">
            <a:spLocks noGrp="1"/>
          </p:cNvSpPr>
          <p:nvPr>
            <p:ph type="title"/>
          </p:nvPr>
        </p:nvSpPr>
        <p:spPr>
          <a:xfrm>
            <a:off x="671195" y="103315"/>
            <a:ext cx="9065260" cy="101809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ct val="100000"/>
              <a:buFont typeface="Times New Roman"/>
              <a:buNone/>
            </a:pPr>
            <a:r>
              <a:rPr lang="en-IN" dirty="0">
                <a:latin typeface="Times New Roman"/>
                <a:ea typeface="Times New Roman"/>
                <a:cs typeface="Times New Roman"/>
                <a:sym typeface="Times New Roman"/>
              </a:rPr>
              <a:t>Fourth normal form (4NF)</a:t>
            </a:r>
            <a:endParaRPr dirty="0"/>
          </a:p>
        </p:txBody>
      </p:sp>
      <p:sp>
        <p:nvSpPr>
          <p:cNvPr id="322" name="Google Shape;322;p33"/>
          <p:cNvSpPr txBox="1"/>
          <p:nvPr/>
        </p:nvSpPr>
        <p:spPr>
          <a:xfrm>
            <a:off x="1005205" y="1121410"/>
            <a:ext cx="8731250" cy="163004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000">
                <a:solidFill>
                  <a:schemeClr val="dk1"/>
                </a:solidFill>
                <a:latin typeface="Times New Roman"/>
                <a:ea typeface="Times New Roman"/>
                <a:cs typeface="Times New Roman"/>
                <a:sym typeface="Times New Roman"/>
              </a:rPr>
              <a:t>A relation will be in 4NF if it is in Boyce Codd normal form and has no multi-valued dependency.</a:t>
            </a:r>
            <a:endParaRPr/>
          </a:p>
          <a:p>
            <a:pPr marL="0" marR="0" lvl="0" indent="0" algn="l" rtl="0">
              <a:spcBef>
                <a:spcPts val="0"/>
              </a:spcBef>
              <a:spcAft>
                <a:spcPts val="0"/>
              </a:spcAft>
              <a:buNone/>
            </a:pPr>
            <a:endParaRPr sz="200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IN" sz="2000">
                <a:solidFill>
                  <a:schemeClr val="dk1"/>
                </a:solidFill>
                <a:latin typeface="Times New Roman"/>
                <a:ea typeface="Times New Roman"/>
                <a:cs typeface="Times New Roman"/>
                <a:sym typeface="Times New Roman"/>
              </a:rPr>
              <a:t>For a dependency A → B, if for a single value of A, multiple values of B exists, then the relation will be a multi-valued dependency.</a:t>
            </a:r>
            <a:endParaRPr/>
          </a:p>
        </p:txBody>
      </p:sp>
      <p:pic>
        <p:nvPicPr>
          <p:cNvPr id="323" name="Google Shape;323;p33" descr="3nf7"/>
          <p:cNvPicPr preferRelativeResize="0">
            <a:picLocks noGrp="1"/>
          </p:cNvPicPr>
          <p:nvPr>
            <p:ph type="body" idx="1"/>
          </p:nvPr>
        </p:nvPicPr>
        <p:blipFill rotWithShape="1">
          <a:blip r:embed="rId3">
            <a:alphaModFix/>
          </a:blip>
          <a:srcRect/>
          <a:stretch/>
        </p:blipFill>
        <p:spPr>
          <a:xfrm>
            <a:off x="1156970" y="3027045"/>
            <a:ext cx="7804150" cy="3556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34"/>
          <p:cNvSpPr txBox="1">
            <a:spLocks noGrp="1"/>
          </p:cNvSpPr>
          <p:nvPr>
            <p:ph type="title"/>
          </p:nvPr>
        </p:nvSpPr>
        <p:spPr>
          <a:xfrm>
            <a:off x="838200" y="246380"/>
            <a:ext cx="10515600" cy="570992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800"/>
              <a:buFont typeface="Times New Roman"/>
              <a:buNone/>
            </a:pPr>
            <a:r>
              <a:rPr lang="en-IN" sz="2800">
                <a:latin typeface="Times New Roman"/>
                <a:ea typeface="Times New Roman"/>
                <a:cs typeface="Times New Roman"/>
                <a:sym typeface="Times New Roman"/>
              </a:rPr>
              <a:t>The given STUDENT table is in 3NF, but the COURSE and HOBBY are two independent entity. Hence, there is no relationship between COURSE and HOBBY.</a:t>
            </a:r>
            <a:br>
              <a:rPr lang="en-IN" sz="2800">
                <a:latin typeface="Times New Roman"/>
                <a:ea typeface="Times New Roman"/>
                <a:cs typeface="Times New Roman"/>
                <a:sym typeface="Times New Roman"/>
              </a:rPr>
            </a:br>
            <a:br>
              <a:rPr lang="en-IN" sz="2800">
                <a:latin typeface="Times New Roman"/>
                <a:ea typeface="Times New Roman"/>
                <a:cs typeface="Times New Roman"/>
                <a:sym typeface="Times New Roman"/>
              </a:rPr>
            </a:br>
            <a:r>
              <a:rPr lang="en-IN" sz="2800">
                <a:latin typeface="Times New Roman"/>
                <a:ea typeface="Times New Roman"/>
                <a:cs typeface="Times New Roman"/>
                <a:sym typeface="Times New Roman"/>
              </a:rPr>
              <a:t>In the STUDENT relation, a student with STU_ID, 21 contains two courses, Computer and Math and two hobbies, Dancing and Singing. So there is a Multi-valued dependency on STU_ID, which leads to unnecessary repetition of data.</a:t>
            </a:r>
            <a:br>
              <a:rPr lang="en-IN" sz="2800">
                <a:latin typeface="Times New Roman"/>
                <a:ea typeface="Times New Roman"/>
                <a:cs typeface="Times New Roman"/>
                <a:sym typeface="Times New Roman"/>
              </a:rPr>
            </a:br>
            <a:br>
              <a:rPr lang="en-IN" sz="2800">
                <a:latin typeface="Times New Roman"/>
                <a:ea typeface="Times New Roman"/>
                <a:cs typeface="Times New Roman"/>
                <a:sym typeface="Times New Roman"/>
              </a:rPr>
            </a:br>
            <a:endParaRPr sz="2800">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3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Times New Roman"/>
              <a:buNone/>
            </a:pPr>
            <a:r>
              <a:rPr lang="en-IN" sz="3110">
                <a:latin typeface="Times New Roman"/>
                <a:ea typeface="Times New Roman"/>
                <a:cs typeface="Times New Roman"/>
                <a:sym typeface="Times New Roman"/>
              </a:rPr>
              <a:t>So to make the above table into 4NF, we can decompose it into two tables:</a:t>
            </a:r>
            <a:br>
              <a:rPr lang="en-IN">
                <a:latin typeface="Times New Roman"/>
                <a:ea typeface="Times New Roman"/>
                <a:cs typeface="Times New Roman"/>
                <a:sym typeface="Times New Roman"/>
              </a:rPr>
            </a:br>
            <a:endParaRPr/>
          </a:p>
        </p:txBody>
      </p:sp>
      <p:pic>
        <p:nvPicPr>
          <p:cNvPr id="329" name="Google Shape;329;p35" descr="3nf8"/>
          <p:cNvPicPr preferRelativeResize="0">
            <a:picLocks noGrp="1"/>
          </p:cNvPicPr>
          <p:nvPr>
            <p:ph type="body" idx="1"/>
          </p:nvPr>
        </p:nvPicPr>
        <p:blipFill rotWithShape="1">
          <a:blip r:embed="rId3">
            <a:alphaModFix/>
          </a:blip>
          <a:srcRect/>
          <a:stretch/>
        </p:blipFill>
        <p:spPr>
          <a:xfrm>
            <a:off x="838200" y="2103234"/>
            <a:ext cx="4846163" cy="3487213"/>
          </a:xfrm>
          <a:prstGeom prst="rect">
            <a:avLst/>
          </a:prstGeom>
          <a:noFill/>
          <a:ln>
            <a:noFill/>
          </a:ln>
        </p:spPr>
      </p:pic>
      <p:pic>
        <p:nvPicPr>
          <p:cNvPr id="2" name="Picture 1">
            <a:extLst>
              <a:ext uri="{FF2B5EF4-FFF2-40B4-BE49-F238E27FC236}">
                <a16:creationId xmlns:a16="http://schemas.microsoft.com/office/drawing/2014/main" id="{0879CE43-E434-DCFC-CCC9-6A3ACA59FDBB}"/>
              </a:ext>
            </a:extLst>
          </p:cNvPr>
          <p:cNvPicPr>
            <a:picLocks noChangeAspect="1"/>
          </p:cNvPicPr>
          <p:nvPr/>
        </p:nvPicPr>
        <p:blipFill>
          <a:blip r:embed="rId4"/>
          <a:stretch>
            <a:fillRect/>
          </a:stretch>
        </p:blipFill>
        <p:spPr>
          <a:xfrm>
            <a:off x="6311611" y="2103234"/>
            <a:ext cx="5526042" cy="3487213"/>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 name="Text Placeholder 2">
            <a:extLst>
              <a:ext uri="{FF2B5EF4-FFF2-40B4-BE49-F238E27FC236}">
                <a16:creationId xmlns:a16="http://schemas.microsoft.com/office/drawing/2014/main" id="{718F854B-8894-E2F3-7ADC-A8AA6893D003}"/>
              </a:ext>
            </a:extLst>
          </p:cNvPr>
          <p:cNvSpPr>
            <a:spLocks noGrp="1"/>
          </p:cNvSpPr>
          <p:nvPr>
            <p:ph type="body" idx="1"/>
          </p:nvPr>
        </p:nvSpPr>
        <p:spPr>
          <a:xfrm>
            <a:off x="197963" y="681038"/>
            <a:ext cx="11994037" cy="6176962"/>
          </a:xfrm>
        </p:spPr>
        <p:txBody>
          <a:bodyPr>
            <a:normAutofit/>
          </a:bodyPr>
          <a:lstStyle/>
          <a:p>
            <a:r>
              <a:rPr lang="en-US" dirty="0"/>
              <a:t>A relation R is in 5NF if it is in 4NF and there is no join dependency. No join dependency means lossless-join decomposition.</a:t>
            </a:r>
          </a:p>
          <a:p>
            <a:r>
              <a:rPr lang="en-US" dirty="0"/>
              <a:t>Decomposition is lossless-join decomposition if it preserves all the data in original  Relation R or </a:t>
            </a:r>
            <a:r>
              <a:rPr lang="en-US" b="0" i="0" dirty="0">
                <a:solidFill>
                  <a:schemeClr val="tx1"/>
                </a:solidFill>
                <a:effectLst/>
                <a:latin typeface="Google Sans"/>
              </a:rPr>
              <a:t>Whenever we can recreate a table by simply joining various tables where each of these tables consists of a subset of the table's attribute, then this table is known as a Join Dependency.</a:t>
            </a:r>
            <a:endParaRPr lang="en-US" dirty="0">
              <a:solidFill>
                <a:schemeClr val="tx1"/>
              </a:solidFill>
            </a:endParaRPr>
          </a:p>
          <a:p>
            <a:pPr marL="114300" indent="0">
              <a:buNone/>
            </a:pPr>
            <a:r>
              <a:rPr lang="en-IN" sz="2400" b="1" i="0" dirty="0">
                <a:solidFill>
                  <a:srgbClr val="000000"/>
                </a:solidFill>
                <a:effectLst/>
                <a:latin typeface="Nunito" pitchFamily="2" charset="0"/>
              </a:rPr>
              <a:t>Relation R - </a:t>
            </a:r>
            <a:r>
              <a:rPr lang="en-US" sz="2000" i="0" dirty="0">
                <a:solidFill>
                  <a:srgbClr val="000000"/>
                </a:solidFill>
                <a:effectLst/>
                <a:latin typeface="Nunito" pitchFamily="2" charset="0"/>
              </a:rPr>
              <a:t>A relation R satisfies join dependency if R is equal to the join of R1,R2,.....Rn where Ri are a subset of the set of attributes of R.</a:t>
            </a:r>
            <a:endParaRPr lang="en-US" sz="2400" dirty="0"/>
          </a:p>
        </p:txBody>
      </p:sp>
      <p:sp>
        <p:nvSpPr>
          <p:cNvPr id="5" name="TextBox 4">
            <a:extLst>
              <a:ext uri="{FF2B5EF4-FFF2-40B4-BE49-F238E27FC236}">
                <a16:creationId xmlns:a16="http://schemas.microsoft.com/office/drawing/2014/main" id="{FCB5A58B-3794-702F-363E-F29EE026F587}"/>
              </a:ext>
            </a:extLst>
          </p:cNvPr>
          <p:cNvSpPr txBox="1"/>
          <p:nvPr/>
        </p:nvSpPr>
        <p:spPr>
          <a:xfrm>
            <a:off x="341723" y="96263"/>
            <a:ext cx="6087357" cy="584775"/>
          </a:xfrm>
          <a:prstGeom prst="rect">
            <a:avLst/>
          </a:prstGeom>
          <a:noFill/>
        </p:spPr>
        <p:txBody>
          <a:bodyPr wrap="square">
            <a:spAutoFit/>
          </a:bodyPr>
          <a:lstStyle/>
          <a:p>
            <a:r>
              <a:rPr lang="en-IN" sz="3200" b="1" dirty="0"/>
              <a:t>Fifth normal form (5NF)</a:t>
            </a:r>
          </a:p>
        </p:txBody>
      </p:sp>
      <p:pic>
        <p:nvPicPr>
          <p:cNvPr id="7" name="Picture 6">
            <a:extLst>
              <a:ext uri="{FF2B5EF4-FFF2-40B4-BE49-F238E27FC236}">
                <a16:creationId xmlns:a16="http://schemas.microsoft.com/office/drawing/2014/main" id="{E707D6BE-B711-DCD2-3FB4-377F23F50D9F}"/>
              </a:ext>
            </a:extLst>
          </p:cNvPr>
          <p:cNvPicPr>
            <a:picLocks noChangeAspect="1"/>
          </p:cNvPicPr>
          <p:nvPr/>
        </p:nvPicPr>
        <p:blipFill>
          <a:blip r:embed="rId3"/>
          <a:stretch>
            <a:fillRect/>
          </a:stretch>
        </p:blipFill>
        <p:spPr>
          <a:xfrm>
            <a:off x="797620" y="4389614"/>
            <a:ext cx="5175561" cy="2282671"/>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694BADF-280C-3919-B62D-08933118A281}"/>
              </a:ext>
            </a:extLst>
          </p:cNvPr>
          <p:cNvSpPr txBox="1"/>
          <p:nvPr/>
        </p:nvSpPr>
        <p:spPr>
          <a:xfrm>
            <a:off x="238028" y="520511"/>
            <a:ext cx="11394648" cy="6432530"/>
          </a:xfrm>
          <a:prstGeom prst="rect">
            <a:avLst/>
          </a:prstGeom>
          <a:noFill/>
        </p:spPr>
        <p:txBody>
          <a:bodyPr wrap="square">
            <a:spAutoFit/>
          </a:bodyPr>
          <a:lstStyle/>
          <a:p>
            <a:r>
              <a:rPr lang="en-IN" sz="1800" dirty="0"/>
              <a:t>dept -&gt;-&gt; subject</a:t>
            </a:r>
            <a:br>
              <a:rPr lang="en-IN" sz="1800" dirty="0"/>
            </a:br>
            <a:r>
              <a:rPr lang="en-IN" sz="1800" dirty="0"/>
              <a:t>dept-&gt;-&gt; name  </a:t>
            </a:r>
          </a:p>
          <a:p>
            <a:endParaRPr lang="en-IN" sz="1800" dirty="0"/>
          </a:p>
          <a:p>
            <a:r>
              <a:rPr lang="en-US" sz="2000" b="0" i="0" dirty="0">
                <a:solidFill>
                  <a:srgbClr val="000000"/>
                </a:solidFill>
                <a:effectLst/>
                <a:latin typeface="Nunito" pitchFamily="2" charset="0"/>
              </a:rPr>
              <a:t>The above relation is in 4NF. Anomalies can occur in relation in 4NF if the primary key has three or more fields. The primary key is (dept, subject, name). Sometimes decomposition of a relation into two smaller relations does not remove redundancy. In such cases it may be possible to decompose the relation in three or more relations using 5NF.</a:t>
            </a:r>
          </a:p>
          <a:p>
            <a:endParaRPr lang="en-US" sz="2000" dirty="0">
              <a:latin typeface="Nunito" pitchFamily="2" charset="0"/>
            </a:endParaRPr>
          </a:p>
          <a:p>
            <a:pPr algn="just"/>
            <a:r>
              <a:rPr lang="en-US" sz="2000" b="0" i="0" dirty="0">
                <a:solidFill>
                  <a:srgbClr val="000000"/>
                </a:solidFill>
                <a:effectLst/>
                <a:latin typeface="Nunito" pitchFamily="2" charset="0"/>
              </a:rPr>
              <a:t>The above relation says that dept offers many elective subjects which are taken by a variety of students. Students have the opinion to choose subjects. Therefore, all three fields are needed to represent the information.</a:t>
            </a:r>
          </a:p>
          <a:p>
            <a:pPr algn="just"/>
            <a:r>
              <a:rPr lang="en-US" sz="2000" b="0" i="0" dirty="0">
                <a:solidFill>
                  <a:srgbClr val="000000"/>
                </a:solidFill>
                <a:effectLst/>
                <a:latin typeface="Nunito" pitchFamily="2" charset="0"/>
              </a:rPr>
              <a:t>The above relation does not show non-trivial MVDs since the attributes subject and name are dependent; they are related to each other (A FD subject-&gt;name exists). The relation cannot be decomposed in two relations (dept, subject) and (dept, </a:t>
            </a:r>
            <a:r>
              <a:rPr lang="en-US" sz="2000" b="0" i="0" dirty="0" err="1">
                <a:solidFill>
                  <a:srgbClr val="000000"/>
                </a:solidFill>
                <a:effectLst/>
                <a:latin typeface="Nunito" pitchFamily="2" charset="0"/>
              </a:rPr>
              <a:t>sname</a:t>
            </a:r>
            <a:r>
              <a:rPr lang="en-US" sz="2000" b="0" i="0" dirty="0">
                <a:solidFill>
                  <a:srgbClr val="000000"/>
                </a:solidFill>
                <a:effectLst/>
                <a:latin typeface="Nunito" pitchFamily="2" charset="0"/>
              </a:rPr>
              <a:t>).</a:t>
            </a:r>
          </a:p>
          <a:p>
            <a:pPr algn="just"/>
            <a:endParaRPr lang="en-US" sz="2000" b="0" i="0" dirty="0">
              <a:solidFill>
                <a:srgbClr val="000000"/>
              </a:solidFill>
              <a:effectLst/>
              <a:latin typeface="Nunito" pitchFamily="2" charset="0"/>
            </a:endParaRPr>
          </a:p>
          <a:p>
            <a:pPr algn="just"/>
            <a:r>
              <a:rPr lang="en-US" sz="2000" b="0" i="0" dirty="0">
                <a:solidFill>
                  <a:srgbClr val="000000"/>
                </a:solidFill>
                <a:effectLst/>
                <a:latin typeface="Nunito" pitchFamily="2" charset="0"/>
              </a:rPr>
              <a:t>Therefore the relation can be decomposed into following three relations −</a:t>
            </a:r>
          </a:p>
          <a:p>
            <a:pPr algn="just"/>
            <a:endParaRPr lang="en-US" sz="2000" b="0" i="0" dirty="0">
              <a:solidFill>
                <a:srgbClr val="000000"/>
              </a:solidFill>
              <a:effectLst/>
              <a:latin typeface="Nunito" pitchFamily="2" charset="0"/>
            </a:endParaRPr>
          </a:p>
          <a:p>
            <a:pPr algn="just"/>
            <a:r>
              <a:rPr lang="en-US" sz="2000" b="0" i="0" dirty="0">
                <a:solidFill>
                  <a:srgbClr val="000000"/>
                </a:solidFill>
                <a:effectLst/>
                <a:latin typeface="Nunito" pitchFamily="2" charset="0"/>
              </a:rPr>
              <a:t>R1(dept, subject)</a:t>
            </a:r>
          </a:p>
          <a:p>
            <a:pPr algn="just"/>
            <a:r>
              <a:rPr lang="en-US" sz="2000" b="0" i="0" dirty="0">
                <a:solidFill>
                  <a:srgbClr val="000000"/>
                </a:solidFill>
                <a:effectLst/>
                <a:latin typeface="Nunito" pitchFamily="2" charset="0"/>
              </a:rPr>
              <a:t>R2(dept, name) and</a:t>
            </a:r>
          </a:p>
          <a:p>
            <a:pPr algn="just"/>
            <a:r>
              <a:rPr lang="en-US" sz="2000" b="0" i="0" dirty="0">
                <a:solidFill>
                  <a:srgbClr val="000000"/>
                </a:solidFill>
                <a:effectLst/>
                <a:latin typeface="Nunito" pitchFamily="2" charset="0"/>
              </a:rPr>
              <a:t>R3(subject, name) and it can be shown that decomposition is lossless.</a:t>
            </a:r>
          </a:p>
          <a:p>
            <a:endParaRPr lang="en-IN" sz="1800" dirty="0"/>
          </a:p>
        </p:txBody>
      </p:sp>
    </p:spTree>
    <p:extLst>
      <p:ext uri="{BB962C8B-B14F-4D97-AF65-F5344CB8AC3E}">
        <p14:creationId xmlns:p14="http://schemas.microsoft.com/office/powerpoint/2010/main" val="9278300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681654FC-881E-0FE5-CF6E-385C0908A1EC}"/>
              </a:ext>
            </a:extLst>
          </p:cNvPr>
          <p:cNvSpPr>
            <a:spLocks noGrp="1"/>
          </p:cNvSpPr>
          <p:nvPr>
            <p:ph type="title"/>
          </p:nvPr>
        </p:nvSpPr>
        <p:spPr>
          <a:xfrm>
            <a:off x="487719" y="365126"/>
            <a:ext cx="10866081" cy="492714"/>
          </a:xfrm>
        </p:spPr>
        <p:txBody>
          <a:bodyPr>
            <a:normAutofit fontScale="90000"/>
          </a:bodyPr>
          <a:lstStyle/>
          <a:p>
            <a:r>
              <a:rPr lang="en-US" sz="3200" dirty="0"/>
              <a:t>      Given: R                       R1                             R2                                   R3</a:t>
            </a:r>
            <a:endParaRPr lang="en-IN" sz="3200" dirty="0"/>
          </a:p>
        </p:txBody>
      </p:sp>
      <p:pic>
        <p:nvPicPr>
          <p:cNvPr id="8" name="Picture 7">
            <a:extLst>
              <a:ext uri="{FF2B5EF4-FFF2-40B4-BE49-F238E27FC236}">
                <a16:creationId xmlns:a16="http://schemas.microsoft.com/office/drawing/2014/main" id="{1E1E5A54-7331-AC59-277C-F9649E153727}"/>
              </a:ext>
            </a:extLst>
          </p:cNvPr>
          <p:cNvPicPr>
            <a:picLocks noChangeAspect="1"/>
          </p:cNvPicPr>
          <p:nvPr/>
        </p:nvPicPr>
        <p:blipFill>
          <a:blip r:embed="rId2"/>
          <a:stretch>
            <a:fillRect/>
          </a:stretch>
        </p:blipFill>
        <p:spPr>
          <a:xfrm>
            <a:off x="3229897" y="1168356"/>
            <a:ext cx="2430780" cy="1386840"/>
          </a:xfrm>
          <a:prstGeom prst="rect">
            <a:avLst/>
          </a:prstGeom>
        </p:spPr>
      </p:pic>
      <p:pic>
        <p:nvPicPr>
          <p:cNvPr id="9" name="Picture 8">
            <a:extLst>
              <a:ext uri="{FF2B5EF4-FFF2-40B4-BE49-F238E27FC236}">
                <a16:creationId xmlns:a16="http://schemas.microsoft.com/office/drawing/2014/main" id="{AEF050D9-43FB-8546-5579-5B1037029F9F}"/>
              </a:ext>
            </a:extLst>
          </p:cNvPr>
          <p:cNvPicPr>
            <a:picLocks noChangeAspect="1"/>
          </p:cNvPicPr>
          <p:nvPr/>
        </p:nvPicPr>
        <p:blipFill>
          <a:blip r:embed="rId3"/>
          <a:stretch>
            <a:fillRect/>
          </a:stretch>
        </p:blipFill>
        <p:spPr>
          <a:xfrm>
            <a:off x="5920759" y="1181572"/>
            <a:ext cx="3048000" cy="1386840"/>
          </a:xfrm>
          <a:prstGeom prst="rect">
            <a:avLst/>
          </a:prstGeom>
        </p:spPr>
      </p:pic>
      <p:pic>
        <p:nvPicPr>
          <p:cNvPr id="10" name="Picture 9">
            <a:extLst>
              <a:ext uri="{FF2B5EF4-FFF2-40B4-BE49-F238E27FC236}">
                <a16:creationId xmlns:a16="http://schemas.microsoft.com/office/drawing/2014/main" id="{144D205A-4CDA-F4AD-7F51-FEDF0DA1B742}"/>
              </a:ext>
            </a:extLst>
          </p:cNvPr>
          <p:cNvPicPr>
            <a:picLocks noChangeAspect="1"/>
          </p:cNvPicPr>
          <p:nvPr/>
        </p:nvPicPr>
        <p:blipFill>
          <a:blip r:embed="rId4"/>
          <a:stretch>
            <a:fillRect/>
          </a:stretch>
        </p:blipFill>
        <p:spPr>
          <a:xfrm>
            <a:off x="9228841" y="1181572"/>
            <a:ext cx="2514600" cy="1729740"/>
          </a:xfrm>
          <a:prstGeom prst="rect">
            <a:avLst/>
          </a:prstGeom>
        </p:spPr>
      </p:pic>
      <p:pic>
        <p:nvPicPr>
          <p:cNvPr id="11" name="Picture 10">
            <a:extLst>
              <a:ext uri="{FF2B5EF4-FFF2-40B4-BE49-F238E27FC236}">
                <a16:creationId xmlns:a16="http://schemas.microsoft.com/office/drawing/2014/main" id="{6429B20D-2891-7A58-A513-8F313DBB5D8B}"/>
              </a:ext>
            </a:extLst>
          </p:cNvPr>
          <p:cNvPicPr>
            <a:picLocks noChangeAspect="1"/>
          </p:cNvPicPr>
          <p:nvPr/>
        </p:nvPicPr>
        <p:blipFill>
          <a:blip r:embed="rId5"/>
          <a:stretch>
            <a:fillRect/>
          </a:stretch>
        </p:blipFill>
        <p:spPr>
          <a:xfrm>
            <a:off x="848609" y="3946688"/>
            <a:ext cx="8380232" cy="2645759"/>
          </a:xfrm>
          <a:prstGeom prst="rect">
            <a:avLst/>
          </a:prstGeom>
        </p:spPr>
      </p:pic>
      <p:sp>
        <p:nvSpPr>
          <p:cNvPr id="13" name="TextBox 12">
            <a:extLst>
              <a:ext uri="{FF2B5EF4-FFF2-40B4-BE49-F238E27FC236}">
                <a16:creationId xmlns:a16="http://schemas.microsoft.com/office/drawing/2014/main" id="{51224EF6-0D6A-22F7-1C4D-EB75442F6A7A}"/>
              </a:ext>
            </a:extLst>
          </p:cNvPr>
          <p:cNvSpPr txBox="1"/>
          <p:nvPr/>
        </p:nvSpPr>
        <p:spPr>
          <a:xfrm>
            <a:off x="666828" y="3244334"/>
            <a:ext cx="7372350" cy="369332"/>
          </a:xfrm>
          <a:prstGeom prst="rect">
            <a:avLst/>
          </a:prstGeom>
          <a:noFill/>
        </p:spPr>
        <p:txBody>
          <a:bodyPr wrap="square">
            <a:spAutoFit/>
          </a:bodyPr>
          <a:lstStyle/>
          <a:p>
            <a:r>
              <a:rPr lang="en-US" sz="1800" dirty="0"/>
              <a:t>All Normal forms can be understood in single picture as shown below </a:t>
            </a:r>
            <a:endParaRPr lang="en-IN" sz="1800" dirty="0"/>
          </a:p>
        </p:txBody>
      </p:sp>
      <p:pic>
        <p:nvPicPr>
          <p:cNvPr id="2" name="Picture 1">
            <a:extLst>
              <a:ext uri="{FF2B5EF4-FFF2-40B4-BE49-F238E27FC236}">
                <a16:creationId xmlns:a16="http://schemas.microsoft.com/office/drawing/2014/main" id="{7D39331A-8E97-52FF-3494-A0FE1FBB5FFA}"/>
              </a:ext>
            </a:extLst>
          </p:cNvPr>
          <p:cNvPicPr>
            <a:picLocks noChangeAspect="1"/>
          </p:cNvPicPr>
          <p:nvPr/>
        </p:nvPicPr>
        <p:blipFill>
          <a:blip r:embed="rId6"/>
          <a:stretch>
            <a:fillRect/>
          </a:stretch>
        </p:blipFill>
        <p:spPr>
          <a:xfrm>
            <a:off x="290725" y="1146329"/>
            <a:ext cx="2679090" cy="1422083"/>
          </a:xfrm>
          <a:prstGeom prst="rect">
            <a:avLst/>
          </a:prstGeom>
        </p:spPr>
      </p:pic>
    </p:spTree>
    <p:extLst>
      <p:ext uri="{BB962C8B-B14F-4D97-AF65-F5344CB8AC3E}">
        <p14:creationId xmlns:p14="http://schemas.microsoft.com/office/powerpoint/2010/main" val="504488405"/>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2091</TotalTime>
  <Words>1753</Words>
  <Application>Microsoft Office PowerPoint</Application>
  <PresentationFormat>Widescreen</PresentationFormat>
  <Paragraphs>274</Paragraphs>
  <Slides>22</Slides>
  <Notes>19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Calibri</vt:lpstr>
      <vt:lpstr>Google Sans</vt:lpstr>
      <vt:lpstr>Nunito</vt:lpstr>
      <vt:lpstr>Open Sans</vt:lpstr>
      <vt:lpstr>Times New Roman</vt:lpstr>
      <vt:lpstr>Office Theme</vt:lpstr>
      <vt:lpstr>Module 4</vt:lpstr>
      <vt:lpstr> Normalization </vt:lpstr>
      <vt:lpstr>Example </vt:lpstr>
      <vt:lpstr>Anomalies</vt:lpstr>
      <vt:lpstr>1st Normal Form</vt:lpstr>
      <vt:lpstr>Ex.</vt:lpstr>
      <vt:lpstr>1st Normal Form</vt:lpstr>
      <vt:lpstr>2nd Normal Form</vt:lpstr>
      <vt:lpstr>3rd Normal Form</vt:lpstr>
      <vt:lpstr>PowerPoint Presentation</vt:lpstr>
      <vt:lpstr>PowerPoint Presentation</vt:lpstr>
      <vt:lpstr>Solution</vt:lpstr>
      <vt:lpstr>Boyce Codd normal form (BCNF)</vt:lpstr>
      <vt:lpstr>PowerPoint Presentation</vt:lpstr>
      <vt:lpstr>The table is not in BCNF because neither EMP_DEPT nor EMP_ID alone are keys.  To convert the given table into BCNF, we decompose it into three tables:</vt:lpstr>
      <vt:lpstr>PowerPoint Presentation</vt:lpstr>
      <vt:lpstr>Fourth normal form (4NF)</vt:lpstr>
      <vt:lpstr>The given STUDENT table is in 3NF, but the COURSE and HOBBY are two independent entity. Hence, there is no relationship between COURSE and HOBBY.  In the STUDENT relation, a student with STU_ID, 21 contains two courses, Computer and Math and two hobbies, Dancing and Singing. So there is a Multi-valued dependency on STU_ID, which leads to unnecessary repetition of data.  </vt:lpstr>
      <vt:lpstr>So to make the above table into 4NF, we can decompose it into two tables: </vt:lpstr>
      <vt:lpstr>PowerPoint Presentation</vt:lpstr>
      <vt:lpstr>PowerPoint Presentation</vt:lpstr>
      <vt:lpstr>      Given: R                       R1                             R2                                   R3</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JOINS</dc:title>
  <dc:creator>Jaanav_Ronish</dc:creator>
  <cp:lastModifiedBy>priyankarukesh@gmail.com</cp:lastModifiedBy>
  <cp:revision>69</cp:revision>
  <dcterms:created xsi:type="dcterms:W3CDTF">2021-09-06T16:38:00Z</dcterms:created>
  <dcterms:modified xsi:type="dcterms:W3CDTF">2024-04-18T05:38:14Z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AB562D9F79954794A0841906C6F77A84</vt:lpwstr>
  </property>
  <property fmtid="{D5CDD505-2E9C-101B-9397-08002B2CF9AE}" pid="3" name="KSOProductBuildVer">
    <vt:lpwstr>1033-11.2.0.10323</vt:lpwstr>
  </property>
</Properties>
</file>