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322D4-50AC-443E-AEB2-B1ED3EE44648}" v="95" dt="2024-04-18T04:43:37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rukesh@gmail.com" userId="c25336cf216f5b14" providerId="LiveId" clId="{D24322D4-50AC-443E-AEB2-B1ED3EE44648}"/>
    <pc:docChg chg="undo custSel addSld delSld modSld">
      <pc:chgData name="priyankarukesh@gmail.com" userId="c25336cf216f5b14" providerId="LiveId" clId="{D24322D4-50AC-443E-AEB2-B1ED3EE44648}" dt="2024-04-18T04:43:37.066" v="1309"/>
      <pc:docMkLst>
        <pc:docMk/>
      </pc:docMkLst>
      <pc:sldChg chg="modSp new mod">
        <pc:chgData name="priyankarukesh@gmail.com" userId="c25336cf216f5b14" providerId="LiveId" clId="{D24322D4-50AC-443E-AEB2-B1ED3EE44648}" dt="2024-04-08T03:49:42.631" v="3"/>
        <pc:sldMkLst>
          <pc:docMk/>
          <pc:sldMk cId="4208006112" sldId="261"/>
        </pc:sldMkLst>
        <pc:spChg chg="mod">
          <ac:chgData name="priyankarukesh@gmail.com" userId="c25336cf216f5b14" providerId="LiveId" clId="{D24322D4-50AC-443E-AEB2-B1ED3EE44648}" dt="2024-04-08T03:49:22.171" v="2" actId="207"/>
          <ac:spMkLst>
            <pc:docMk/>
            <pc:sldMk cId="4208006112" sldId="261"/>
            <ac:spMk id="2" creationId="{A2EFD06D-DAB8-4A72-B573-94FC3354D399}"/>
          </ac:spMkLst>
        </pc:spChg>
        <pc:spChg chg="mod">
          <ac:chgData name="priyankarukesh@gmail.com" userId="c25336cf216f5b14" providerId="LiveId" clId="{D24322D4-50AC-443E-AEB2-B1ED3EE44648}" dt="2024-04-08T03:49:42.631" v="3"/>
          <ac:spMkLst>
            <pc:docMk/>
            <pc:sldMk cId="4208006112" sldId="261"/>
            <ac:spMk id="3" creationId="{80D2A88D-B590-CBD5-471F-09131A530745}"/>
          </ac:spMkLst>
        </pc:spChg>
      </pc:sldChg>
      <pc:sldChg chg="addSp delSp modSp new mod">
        <pc:chgData name="priyankarukesh@gmail.com" userId="c25336cf216f5b14" providerId="LiveId" clId="{D24322D4-50AC-443E-AEB2-B1ED3EE44648}" dt="2024-04-08T03:51:10.507" v="17" actId="478"/>
        <pc:sldMkLst>
          <pc:docMk/>
          <pc:sldMk cId="3534991620" sldId="262"/>
        </pc:sldMkLst>
        <pc:spChg chg="del mod">
          <ac:chgData name="priyankarukesh@gmail.com" userId="c25336cf216f5b14" providerId="LiveId" clId="{D24322D4-50AC-443E-AEB2-B1ED3EE44648}" dt="2024-04-08T03:51:04.241" v="16" actId="478"/>
          <ac:spMkLst>
            <pc:docMk/>
            <pc:sldMk cId="3534991620" sldId="262"/>
            <ac:spMk id="2" creationId="{A2A1DEC5-DB89-2127-786B-DCA157716D75}"/>
          </ac:spMkLst>
        </pc:spChg>
        <pc:spChg chg="del">
          <ac:chgData name="priyankarukesh@gmail.com" userId="c25336cf216f5b14" providerId="LiveId" clId="{D24322D4-50AC-443E-AEB2-B1ED3EE44648}" dt="2024-04-08T03:51:10.507" v="17" actId="478"/>
          <ac:spMkLst>
            <pc:docMk/>
            <pc:sldMk cId="3534991620" sldId="262"/>
            <ac:spMk id="3" creationId="{EAEFD3E2-743B-C9F2-E29F-4E2028D53A2A}"/>
          </ac:spMkLst>
        </pc:spChg>
        <pc:spChg chg="add mod">
          <ac:chgData name="priyankarukesh@gmail.com" userId="c25336cf216f5b14" providerId="LiveId" clId="{D24322D4-50AC-443E-AEB2-B1ED3EE44648}" dt="2024-04-08T03:50:46.818" v="12" actId="207"/>
          <ac:spMkLst>
            <pc:docMk/>
            <pc:sldMk cId="3534991620" sldId="262"/>
            <ac:spMk id="4" creationId="{ECB44DBB-77D6-6B82-F6D3-C736532AF052}"/>
          </ac:spMkLst>
        </pc:spChg>
        <pc:picChg chg="add mod">
          <ac:chgData name="priyankarukesh@gmail.com" userId="c25336cf216f5b14" providerId="LiveId" clId="{D24322D4-50AC-443E-AEB2-B1ED3EE44648}" dt="2024-04-08T03:50:57.662" v="15" actId="14100"/>
          <ac:picMkLst>
            <pc:docMk/>
            <pc:sldMk cId="3534991620" sldId="262"/>
            <ac:picMk id="2050" creationId="{EFEFEE58-F43B-A3E4-5F8B-573BBBB85223}"/>
          </ac:picMkLst>
        </pc:picChg>
      </pc:sldChg>
      <pc:sldChg chg="addSp delSp modSp new mod">
        <pc:chgData name="priyankarukesh@gmail.com" userId="c25336cf216f5b14" providerId="LiveId" clId="{D24322D4-50AC-443E-AEB2-B1ED3EE44648}" dt="2024-04-08T03:53:19.991" v="37" actId="20577"/>
        <pc:sldMkLst>
          <pc:docMk/>
          <pc:sldMk cId="2622703803" sldId="263"/>
        </pc:sldMkLst>
        <pc:spChg chg="del">
          <ac:chgData name="priyankarukesh@gmail.com" userId="c25336cf216f5b14" providerId="LiveId" clId="{D24322D4-50AC-443E-AEB2-B1ED3EE44648}" dt="2024-04-08T03:52:22.292" v="21" actId="478"/>
          <ac:spMkLst>
            <pc:docMk/>
            <pc:sldMk cId="2622703803" sldId="263"/>
            <ac:spMk id="2" creationId="{5412B10D-A3EA-2DCE-82FD-40F96E457A32}"/>
          </ac:spMkLst>
        </pc:spChg>
        <pc:spChg chg="mod">
          <ac:chgData name="priyankarukesh@gmail.com" userId="c25336cf216f5b14" providerId="LiveId" clId="{D24322D4-50AC-443E-AEB2-B1ED3EE44648}" dt="2024-04-08T03:53:19.991" v="37" actId="20577"/>
          <ac:spMkLst>
            <pc:docMk/>
            <pc:sldMk cId="2622703803" sldId="263"/>
            <ac:spMk id="3" creationId="{2B9AF74A-9F79-ACF8-19D4-C0398062F083}"/>
          </ac:spMkLst>
        </pc:spChg>
        <pc:spChg chg="add">
          <ac:chgData name="priyankarukesh@gmail.com" userId="c25336cf216f5b14" providerId="LiveId" clId="{D24322D4-50AC-443E-AEB2-B1ED3EE44648}" dt="2024-04-08T03:52:55.771" v="25"/>
          <ac:spMkLst>
            <pc:docMk/>
            <pc:sldMk cId="2622703803" sldId="263"/>
            <ac:spMk id="4" creationId="{F672442F-C2E0-D7BD-89E6-D91FF64E6BC1}"/>
          </ac:spMkLst>
        </pc:spChg>
        <pc:picChg chg="add mod">
          <ac:chgData name="priyankarukesh@gmail.com" userId="c25336cf216f5b14" providerId="LiveId" clId="{D24322D4-50AC-443E-AEB2-B1ED3EE44648}" dt="2024-04-08T03:53:13.521" v="27" actId="1076"/>
          <ac:picMkLst>
            <pc:docMk/>
            <pc:sldMk cId="2622703803" sldId="263"/>
            <ac:picMk id="3074" creationId="{503116C9-91DE-4672-3B74-D0154651FF62}"/>
          </ac:picMkLst>
        </pc:picChg>
      </pc:sldChg>
      <pc:sldChg chg="addSp delSp modSp new mod">
        <pc:chgData name="priyankarukesh@gmail.com" userId="c25336cf216f5b14" providerId="LiveId" clId="{D24322D4-50AC-443E-AEB2-B1ED3EE44648}" dt="2024-04-08T03:55:15.571" v="51" actId="14100"/>
        <pc:sldMkLst>
          <pc:docMk/>
          <pc:sldMk cId="3436334548" sldId="264"/>
        </pc:sldMkLst>
        <pc:spChg chg="del">
          <ac:chgData name="priyankarukesh@gmail.com" userId="c25336cf216f5b14" providerId="LiveId" clId="{D24322D4-50AC-443E-AEB2-B1ED3EE44648}" dt="2024-04-08T03:54:10.651" v="39" actId="478"/>
          <ac:spMkLst>
            <pc:docMk/>
            <pc:sldMk cId="3436334548" sldId="264"/>
            <ac:spMk id="2" creationId="{72F01612-9036-4119-187C-0905BCC4BF67}"/>
          </ac:spMkLst>
        </pc:spChg>
        <pc:spChg chg="mod">
          <ac:chgData name="priyankarukesh@gmail.com" userId="c25336cf216f5b14" providerId="LiveId" clId="{D24322D4-50AC-443E-AEB2-B1ED3EE44648}" dt="2024-04-08T03:55:00.524" v="47" actId="1076"/>
          <ac:spMkLst>
            <pc:docMk/>
            <pc:sldMk cId="3436334548" sldId="264"/>
            <ac:spMk id="3" creationId="{D2FD3F2F-83C7-5024-2F0F-56C05F7E46B6}"/>
          </ac:spMkLst>
        </pc:spChg>
        <pc:picChg chg="add mod">
          <ac:chgData name="priyankarukesh@gmail.com" userId="c25336cf216f5b14" providerId="LiveId" clId="{D24322D4-50AC-443E-AEB2-B1ED3EE44648}" dt="2024-04-08T03:55:15.571" v="51" actId="14100"/>
          <ac:picMkLst>
            <pc:docMk/>
            <pc:sldMk cId="3436334548" sldId="264"/>
            <ac:picMk id="4098" creationId="{72256A9E-89AB-9BB6-4A5D-DEE903753C31}"/>
          </ac:picMkLst>
        </pc:picChg>
      </pc:sldChg>
      <pc:sldChg chg="addSp delSp modSp new mod">
        <pc:chgData name="priyankarukesh@gmail.com" userId="c25336cf216f5b14" providerId="LiveId" clId="{D24322D4-50AC-443E-AEB2-B1ED3EE44648}" dt="2024-04-08T03:58:13.556" v="64" actId="14100"/>
        <pc:sldMkLst>
          <pc:docMk/>
          <pc:sldMk cId="2461650115" sldId="265"/>
        </pc:sldMkLst>
        <pc:spChg chg="del">
          <ac:chgData name="priyankarukesh@gmail.com" userId="c25336cf216f5b14" providerId="LiveId" clId="{D24322D4-50AC-443E-AEB2-B1ED3EE44648}" dt="2024-04-08T03:57:16.249" v="53" actId="478"/>
          <ac:spMkLst>
            <pc:docMk/>
            <pc:sldMk cId="2461650115" sldId="265"/>
            <ac:spMk id="2" creationId="{B5E3DCB7-0AFA-45DF-EA46-9430D68F1D74}"/>
          </ac:spMkLst>
        </pc:spChg>
        <pc:spChg chg="mod">
          <ac:chgData name="priyankarukesh@gmail.com" userId="c25336cf216f5b14" providerId="LiveId" clId="{D24322D4-50AC-443E-AEB2-B1ED3EE44648}" dt="2024-04-08T03:57:56.491" v="60" actId="1076"/>
          <ac:spMkLst>
            <pc:docMk/>
            <pc:sldMk cId="2461650115" sldId="265"/>
            <ac:spMk id="3" creationId="{F6693EAC-007D-E1FD-6A0A-77666D7C6F73}"/>
          </ac:spMkLst>
        </pc:spChg>
        <pc:picChg chg="add mod">
          <ac:chgData name="priyankarukesh@gmail.com" userId="c25336cf216f5b14" providerId="LiveId" clId="{D24322D4-50AC-443E-AEB2-B1ED3EE44648}" dt="2024-04-08T03:58:13.556" v="64" actId="14100"/>
          <ac:picMkLst>
            <pc:docMk/>
            <pc:sldMk cId="2461650115" sldId="265"/>
            <ac:picMk id="5122" creationId="{FCB554D1-0D52-56D5-5415-3EF536C543A1}"/>
          </ac:picMkLst>
        </pc:picChg>
      </pc:sldChg>
      <pc:sldChg chg="addSp delSp modSp new mod">
        <pc:chgData name="priyankarukesh@gmail.com" userId="c25336cf216f5b14" providerId="LiveId" clId="{D24322D4-50AC-443E-AEB2-B1ED3EE44648}" dt="2024-04-08T04:00:36.396" v="86" actId="14100"/>
        <pc:sldMkLst>
          <pc:docMk/>
          <pc:sldMk cId="3608878378" sldId="266"/>
        </pc:sldMkLst>
        <pc:spChg chg="del">
          <ac:chgData name="priyankarukesh@gmail.com" userId="c25336cf216f5b14" providerId="LiveId" clId="{D24322D4-50AC-443E-AEB2-B1ED3EE44648}" dt="2024-04-08T03:59:00.507" v="66" actId="478"/>
          <ac:spMkLst>
            <pc:docMk/>
            <pc:sldMk cId="3608878378" sldId="266"/>
            <ac:spMk id="2" creationId="{942EFC19-89BC-39EF-4258-6DFC3BBAE549}"/>
          </ac:spMkLst>
        </pc:spChg>
        <pc:spChg chg="mod">
          <ac:chgData name="priyankarukesh@gmail.com" userId="c25336cf216f5b14" providerId="LiveId" clId="{D24322D4-50AC-443E-AEB2-B1ED3EE44648}" dt="2024-04-08T04:00:24.661" v="83" actId="1076"/>
          <ac:spMkLst>
            <pc:docMk/>
            <pc:sldMk cId="3608878378" sldId="266"/>
            <ac:spMk id="3" creationId="{AD06D470-C5A1-F175-31F4-EB41AF8F62D1}"/>
          </ac:spMkLst>
        </pc:spChg>
        <pc:picChg chg="add mod">
          <ac:chgData name="priyankarukesh@gmail.com" userId="c25336cf216f5b14" providerId="LiveId" clId="{D24322D4-50AC-443E-AEB2-B1ED3EE44648}" dt="2024-04-08T04:00:36.396" v="86" actId="14100"/>
          <ac:picMkLst>
            <pc:docMk/>
            <pc:sldMk cId="3608878378" sldId="266"/>
            <ac:picMk id="6146" creationId="{C5BB4174-1A36-25A8-911A-4C939FB98CF1}"/>
          </ac:picMkLst>
        </pc:picChg>
      </pc:sldChg>
      <pc:sldChg chg="addSp modSp new mod">
        <pc:chgData name="priyankarukesh@gmail.com" userId="c25336cf216f5b14" providerId="LiveId" clId="{D24322D4-50AC-443E-AEB2-B1ED3EE44648}" dt="2024-04-08T04:25:49.068" v="99" actId="14100"/>
        <pc:sldMkLst>
          <pc:docMk/>
          <pc:sldMk cId="2283671411" sldId="267"/>
        </pc:sldMkLst>
        <pc:spChg chg="mod">
          <ac:chgData name="priyankarukesh@gmail.com" userId="c25336cf216f5b14" providerId="LiveId" clId="{D24322D4-50AC-443E-AEB2-B1ED3EE44648}" dt="2024-04-08T04:14:35.610" v="91" actId="207"/>
          <ac:spMkLst>
            <pc:docMk/>
            <pc:sldMk cId="2283671411" sldId="267"/>
            <ac:spMk id="2" creationId="{92672BB4-7FE9-0513-A97D-10F65786A51E}"/>
          </ac:spMkLst>
        </pc:spChg>
        <pc:spChg chg="mod">
          <ac:chgData name="priyankarukesh@gmail.com" userId="c25336cf216f5b14" providerId="LiveId" clId="{D24322D4-50AC-443E-AEB2-B1ED3EE44648}" dt="2024-04-08T04:14:42.292" v="93" actId="207"/>
          <ac:spMkLst>
            <pc:docMk/>
            <pc:sldMk cId="2283671411" sldId="267"/>
            <ac:spMk id="3" creationId="{31BC9C87-F7B0-9292-1B2B-EC87E837F2A9}"/>
          </ac:spMkLst>
        </pc:spChg>
        <pc:spChg chg="add">
          <ac:chgData name="priyankarukesh@gmail.com" userId="c25336cf216f5b14" providerId="LiveId" clId="{D24322D4-50AC-443E-AEB2-B1ED3EE44648}" dt="2024-04-08T04:25:01.630" v="94"/>
          <ac:spMkLst>
            <pc:docMk/>
            <pc:sldMk cId="2283671411" sldId="267"/>
            <ac:spMk id="4" creationId="{3F9A7BA5-8354-08AD-9317-4F1C6F98CD20}"/>
          </ac:spMkLst>
        </pc:spChg>
        <pc:picChg chg="add mod">
          <ac:chgData name="priyankarukesh@gmail.com" userId="c25336cf216f5b14" providerId="LiveId" clId="{D24322D4-50AC-443E-AEB2-B1ED3EE44648}" dt="2024-04-08T04:25:49.068" v="99" actId="14100"/>
          <ac:picMkLst>
            <pc:docMk/>
            <pc:sldMk cId="2283671411" sldId="267"/>
            <ac:picMk id="7172" creationId="{CC909223-ABCF-552E-BC8F-6BCB293F8B10}"/>
          </ac:picMkLst>
        </pc:picChg>
      </pc:sldChg>
      <pc:sldChg chg="addSp delSp modSp new mod modAnim">
        <pc:chgData name="priyankarukesh@gmail.com" userId="c25336cf216f5b14" providerId="LiveId" clId="{D24322D4-50AC-443E-AEB2-B1ED3EE44648}" dt="2024-04-14T10:47:41.513" v="232"/>
        <pc:sldMkLst>
          <pc:docMk/>
          <pc:sldMk cId="1237436050" sldId="268"/>
        </pc:sldMkLst>
        <pc:spChg chg="add">
          <ac:chgData name="priyankarukesh@gmail.com" userId="c25336cf216f5b14" providerId="LiveId" clId="{D24322D4-50AC-443E-AEB2-B1ED3EE44648}" dt="2024-04-14T10:47:41.513" v="232"/>
          <ac:spMkLst>
            <pc:docMk/>
            <pc:sldMk cId="1237436050" sldId="268"/>
            <ac:spMk id="2" creationId="{59F374D5-0FB0-D7EF-F7F4-A1AC5734F30F}"/>
          </ac:spMkLst>
        </pc:spChg>
        <pc:spChg chg="del">
          <ac:chgData name="priyankarukesh@gmail.com" userId="c25336cf216f5b14" providerId="LiveId" clId="{D24322D4-50AC-443E-AEB2-B1ED3EE44648}" dt="2024-04-08T04:26:27.485" v="101" actId="478"/>
          <ac:spMkLst>
            <pc:docMk/>
            <pc:sldMk cId="1237436050" sldId="268"/>
            <ac:spMk id="2" creationId="{FC65D4B6-FF0F-1953-F8EC-1227340A35C6}"/>
          </ac:spMkLst>
        </pc:spChg>
        <pc:spChg chg="add del mod">
          <ac:chgData name="priyankarukesh@gmail.com" userId="c25336cf216f5b14" providerId="LiveId" clId="{D24322D4-50AC-443E-AEB2-B1ED3EE44648}" dt="2024-04-08T04:31:53.534" v="231" actId="20577"/>
          <ac:spMkLst>
            <pc:docMk/>
            <pc:sldMk cId="1237436050" sldId="268"/>
            <ac:spMk id="3" creationId="{6C299F6B-E011-23D7-2B44-BCCDF3C7FAE7}"/>
          </ac:spMkLst>
        </pc:spChg>
        <pc:spChg chg="add mod">
          <ac:chgData name="priyankarukesh@gmail.com" userId="c25336cf216f5b14" providerId="LiveId" clId="{D24322D4-50AC-443E-AEB2-B1ED3EE44648}" dt="2024-04-08T04:27:05.337" v="113"/>
          <ac:spMkLst>
            <pc:docMk/>
            <pc:sldMk cId="1237436050" sldId="268"/>
            <ac:spMk id="4" creationId="{3FE29636-7A44-8AB9-14B4-03C34D2D59D5}"/>
          </ac:spMkLst>
        </pc:spChg>
      </pc:sldChg>
      <pc:sldChg chg="addSp delSp modSp new mod">
        <pc:chgData name="priyankarukesh@gmail.com" userId="c25336cf216f5b14" providerId="LiveId" clId="{D24322D4-50AC-443E-AEB2-B1ED3EE44648}" dt="2024-04-14T10:51:14.074" v="342" actId="255"/>
        <pc:sldMkLst>
          <pc:docMk/>
          <pc:sldMk cId="3326290123" sldId="269"/>
        </pc:sldMkLst>
        <pc:spChg chg="del">
          <ac:chgData name="priyankarukesh@gmail.com" userId="c25336cf216f5b14" providerId="LiveId" clId="{D24322D4-50AC-443E-AEB2-B1ED3EE44648}" dt="2024-04-14T10:47:53.155" v="234" actId="478"/>
          <ac:spMkLst>
            <pc:docMk/>
            <pc:sldMk cId="3326290123" sldId="269"/>
            <ac:spMk id="2" creationId="{765302F0-3281-D840-5159-E31B50899097}"/>
          </ac:spMkLst>
        </pc:spChg>
        <pc:spChg chg="del mod">
          <ac:chgData name="priyankarukesh@gmail.com" userId="c25336cf216f5b14" providerId="LiveId" clId="{D24322D4-50AC-443E-AEB2-B1ED3EE44648}" dt="2024-04-14T10:47:57.183" v="236"/>
          <ac:spMkLst>
            <pc:docMk/>
            <pc:sldMk cId="3326290123" sldId="269"/>
            <ac:spMk id="3" creationId="{EE6C628B-47B8-A369-64A1-6ADA7402A004}"/>
          </ac:spMkLst>
        </pc:spChg>
        <pc:spChg chg="add mod">
          <ac:chgData name="priyankarukesh@gmail.com" userId="c25336cf216f5b14" providerId="LiveId" clId="{D24322D4-50AC-443E-AEB2-B1ED3EE44648}" dt="2024-04-14T10:51:14.074" v="342" actId="255"/>
          <ac:spMkLst>
            <pc:docMk/>
            <pc:sldMk cId="3326290123" sldId="269"/>
            <ac:spMk id="4" creationId="{E0DD827E-FA1B-01C4-0D87-8C3043EA9908}"/>
          </ac:spMkLst>
        </pc:spChg>
      </pc:sldChg>
      <pc:sldChg chg="new del">
        <pc:chgData name="priyankarukesh@gmail.com" userId="c25336cf216f5b14" providerId="LiveId" clId="{D24322D4-50AC-443E-AEB2-B1ED3EE44648}" dt="2024-04-14T10:57:32.023" v="417" actId="2696"/>
        <pc:sldMkLst>
          <pc:docMk/>
          <pc:sldMk cId="945193653" sldId="270"/>
        </pc:sldMkLst>
      </pc:sldChg>
      <pc:sldChg chg="new del">
        <pc:chgData name="priyankarukesh@gmail.com" userId="c25336cf216f5b14" providerId="LiveId" clId="{D24322D4-50AC-443E-AEB2-B1ED3EE44648}" dt="2024-04-14T10:57:35.074" v="418" actId="2696"/>
        <pc:sldMkLst>
          <pc:docMk/>
          <pc:sldMk cId="1007988710" sldId="271"/>
        </pc:sldMkLst>
      </pc:sldChg>
      <pc:sldChg chg="addSp delSp modSp new mod">
        <pc:chgData name="priyankarukesh@gmail.com" userId="c25336cf216f5b14" providerId="LiveId" clId="{D24322D4-50AC-443E-AEB2-B1ED3EE44648}" dt="2024-04-14T10:58:15.223" v="421" actId="20577"/>
        <pc:sldMkLst>
          <pc:docMk/>
          <pc:sldMk cId="2193695769" sldId="272"/>
        </pc:sldMkLst>
        <pc:spChg chg="del">
          <ac:chgData name="priyankarukesh@gmail.com" userId="c25336cf216f5b14" providerId="LiveId" clId="{D24322D4-50AC-443E-AEB2-B1ED3EE44648}" dt="2024-04-14T10:55:02.567" v="346" actId="478"/>
          <ac:spMkLst>
            <pc:docMk/>
            <pc:sldMk cId="2193695769" sldId="272"/>
            <ac:spMk id="2" creationId="{609E7504-89BC-BA7F-23F9-D93D10A4128B}"/>
          </ac:spMkLst>
        </pc:spChg>
        <pc:spChg chg="del mod">
          <ac:chgData name="priyankarukesh@gmail.com" userId="c25336cf216f5b14" providerId="LiveId" clId="{D24322D4-50AC-443E-AEB2-B1ED3EE44648}" dt="2024-04-14T10:55:08.021" v="348"/>
          <ac:spMkLst>
            <pc:docMk/>
            <pc:sldMk cId="2193695769" sldId="272"/>
            <ac:spMk id="3" creationId="{F5EA12F6-2ED2-BE11-E6FD-A455CCD6FB60}"/>
          </ac:spMkLst>
        </pc:spChg>
        <pc:spChg chg="add mod">
          <ac:chgData name="priyankarukesh@gmail.com" userId="c25336cf216f5b14" providerId="LiveId" clId="{D24322D4-50AC-443E-AEB2-B1ED3EE44648}" dt="2024-04-14T10:58:15.223" v="421" actId="20577"/>
          <ac:spMkLst>
            <pc:docMk/>
            <pc:sldMk cId="2193695769" sldId="272"/>
            <ac:spMk id="4" creationId="{B6ED98C8-8C19-5941-084A-4BB1029F438B}"/>
          </ac:spMkLst>
        </pc:spChg>
      </pc:sldChg>
      <pc:sldChg chg="addSp delSp modSp new mod">
        <pc:chgData name="priyankarukesh@gmail.com" userId="c25336cf216f5b14" providerId="LiveId" clId="{D24322D4-50AC-443E-AEB2-B1ED3EE44648}" dt="2024-04-14T10:59:58.162" v="433" actId="13926"/>
        <pc:sldMkLst>
          <pc:docMk/>
          <pc:sldMk cId="4252408552" sldId="273"/>
        </pc:sldMkLst>
        <pc:spChg chg="del">
          <ac:chgData name="priyankarukesh@gmail.com" userId="c25336cf216f5b14" providerId="LiveId" clId="{D24322D4-50AC-443E-AEB2-B1ED3EE44648}" dt="2024-04-14T10:58:48.293" v="423" actId="478"/>
          <ac:spMkLst>
            <pc:docMk/>
            <pc:sldMk cId="4252408552" sldId="273"/>
            <ac:spMk id="2" creationId="{15BFE279-9AA6-3FA4-D881-0F63AE1D8831}"/>
          </ac:spMkLst>
        </pc:spChg>
        <pc:spChg chg="del mod">
          <ac:chgData name="priyankarukesh@gmail.com" userId="c25336cf216f5b14" providerId="LiveId" clId="{D24322D4-50AC-443E-AEB2-B1ED3EE44648}" dt="2024-04-14T10:58:54.810" v="425"/>
          <ac:spMkLst>
            <pc:docMk/>
            <pc:sldMk cId="4252408552" sldId="273"/>
            <ac:spMk id="3" creationId="{4CB8F0D4-363A-686C-3CC2-011C58EF3CED}"/>
          </ac:spMkLst>
        </pc:spChg>
        <pc:spChg chg="add mod">
          <ac:chgData name="priyankarukesh@gmail.com" userId="c25336cf216f5b14" providerId="LiveId" clId="{D24322D4-50AC-443E-AEB2-B1ED3EE44648}" dt="2024-04-14T10:59:58.162" v="433" actId="13926"/>
          <ac:spMkLst>
            <pc:docMk/>
            <pc:sldMk cId="4252408552" sldId="273"/>
            <ac:spMk id="4" creationId="{2D81909C-19F0-64AC-01AE-8EC329848EBE}"/>
          </ac:spMkLst>
        </pc:spChg>
      </pc:sldChg>
      <pc:sldChg chg="addSp delSp modSp new mod">
        <pc:chgData name="priyankarukesh@gmail.com" userId="c25336cf216f5b14" providerId="LiveId" clId="{D24322D4-50AC-443E-AEB2-B1ED3EE44648}" dt="2024-04-14T11:05:37.426" v="657" actId="20577"/>
        <pc:sldMkLst>
          <pc:docMk/>
          <pc:sldMk cId="472794875" sldId="274"/>
        </pc:sldMkLst>
        <pc:spChg chg="del">
          <ac:chgData name="priyankarukesh@gmail.com" userId="c25336cf216f5b14" providerId="LiveId" clId="{D24322D4-50AC-443E-AEB2-B1ED3EE44648}" dt="2024-04-14T11:01:18.657" v="435" actId="478"/>
          <ac:spMkLst>
            <pc:docMk/>
            <pc:sldMk cId="472794875" sldId="274"/>
            <ac:spMk id="2" creationId="{D08F0AE0-56C3-C783-C8D8-DAD479B4BEB4}"/>
          </ac:spMkLst>
        </pc:spChg>
        <pc:spChg chg="mod">
          <ac:chgData name="priyankarukesh@gmail.com" userId="c25336cf216f5b14" providerId="LiveId" clId="{D24322D4-50AC-443E-AEB2-B1ED3EE44648}" dt="2024-04-14T11:05:37.426" v="657" actId="20577"/>
          <ac:spMkLst>
            <pc:docMk/>
            <pc:sldMk cId="472794875" sldId="274"/>
            <ac:spMk id="3" creationId="{7CD51AC7-658E-24D8-AA14-48C282B2D645}"/>
          </ac:spMkLst>
        </pc:spChg>
        <pc:spChg chg="add mod">
          <ac:chgData name="priyankarukesh@gmail.com" userId="c25336cf216f5b14" providerId="LiveId" clId="{D24322D4-50AC-443E-AEB2-B1ED3EE44648}" dt="2024-04-14T11:03:39.724" v="538" actId="1076"/>
          <ac:spMkLst>
            <pc:docMk/>
            <pc:sldMk cId="472794875" sldId="274"/>
            <ac:spMk id="4" creationId="{B3DE3BEF-E382-C762-05DB-3A0A6EDCC119}"/>
          </ac:spMkLst>
        </pc:spChg>
      </pc:sldChg>
      <pc:sldChg chg="addSp delSp modSp new mod">
        <pc:chgData name="priyankarukesh@gmail.com" userId="c25336cf216f5b14" providerId="LiveId" clId="{D24322D4-50AC-443E-AEB2-B1ED3EE44648}" dt="2024-04-14T11:11:27.331" v="759" actId="113"/>
        <pc:sldMkLst>
          <pc:docMk/>
          <pc:sldMk cId="1817456496" sldId="275"/>
        </pc:sldMkLst>
        <pc:spChg chg="del">
          <ac:chgData name="priyankarukesh@gmail.com" userId="c25336cf216f5b14" providerId="LiveId" clId="{D24322D4-50AC-443E-AEB2-B1ED3EE44648}" dt="2024-04-14T11:06:18.635" v="659" actId="478"/>
          <ac:spMkLst>
            <pc:docMk/>
            <pc:sldMk cId="1817456496" sldId="275"/>
            <ac:spMk id="2" creationId="{7E36396D-351E-FE4B-3F50-634DC9663D5E}"/>
          </ac:spMkLst>
        </pc:spChg>
        <pc:spChg chg="del mod">
          <ac:chgData name="priyankarukesh@gmail.com" userId="c25336cf216f5b14" providerId="LiveId" clId="{D24322D4-50AC-443E-AEB2-B1ED3EE44648}" dt="2024-04-14T11:06:22.933" v="661"/>
          <ac:spMkLst>
            <pc:docMk/>
            <pc:sldMk cId="1817456496" sldId="275"/>
            <ac:spMk id="3" creationId="{D83BAD95-D4F8-110C-C63E-5057E60ED227}"/>
          </ac:spMkLst>
        </pc:spChg>
        <pc:spChg chg="add mod">
          <ac:chgData name="priyankarukesh@gmail.com" userId="c25336cf216f5b14" providerId="LiveId" clId="{D24322D4-50AC-443E-AEB2-B1ED3EE44648}" dt="2024-04-14T11:11:27.331" v="759" actId="113"/>
          <ac:spMkLst>
            <pc:docMk/>
            <pc:sldMk cId="1817456496" sldId="275"/>
            <ac:spMk id="4" creationId="{63576366-AA6C-7949-4855-018C63E1759D}"/>
          </ac:spMkLst>
        </pc:spChg>
      </pc:sldChg>
      <pc:sldChg chg="addSp delSp modSp new mod">
        <pc:chgData name="priyankarukesh@gmail.com" userId="c25336cf216f5b14" providerId="LiveId" clId="{D24322D4-50AC-443E-AEB2-B1ED3EE44648}" dt="2024-04-14T11:23:59.574" v="972" actId="20577"/>
        <pc:sldMkLst>
          <pc:docMk/>
          <pc:sldMk cId="621899000" sldId="276"/>
        </pc:sldMkLst>
        <pc:spChg chg="del">
          <ac:chgData name="priyankarukesh@gmail.com" userId="c25336cf216f5b14" providerId="LiveId" clId="{D24322D4-50AC-443E-AEB2-B1ED3EE44648}" dt="2024-04-14T11:11:34.504" v="760" actId="478"/>
          <ac:spMkLst>
            <pc:docMk/>
            <pc:sldMk cId="621899000" sldId="276"/>
            <ac:spMk id="2" creationId="{78B96530-B653-D28F-35EA-CC4F342264F6}"/>
          </ac:spMkLst>
        </pc:spChg>
        <pc:spChg chg="del mod">
          <ac:chgData name="priyankarukesh@gmail.com" userId="c25336cf216f5b14" providerId="LiveId" clId="{D24322D4-50AC-443E-AEB2-B1ED3EE44648}" dt="2024-04-14T11:11:44.556" v="762"/>
          <ac:spMkLst>
            <pc:docMk/>
            <pc:sldMk cId="621899000" sldId="276"/>
            <ac:spMk id="3" creationId="{1959C415-E326-B50B-566E-C3A1507EC9BB}"/>
          </ac:spMkLst>
        </pc:spChg>
        <pc:spChg chg="add mod">
          <ac:chgData name="priyankarukesh@gmail.com" userId="c25336cf216f5b14" providerId="LiveId" clId="{D24322D4-50AC-443E-AEB2-B1ED3EE44648}" dt="2024-04-14T11:23:59.574" v="972" actId="20577"/>
          <ac:spMkLst>
            <pc:docMk/>
            <pc:sldMk cId="621899000" sldId="276"/>
            <ac:spMk id="4" creationId="{384BF046-0CD2-EDDB-BEE0-176269010D18}"/>
          </ac:spMkLst>
        </pc:spChg>
      </pc:sldChg>
      <pc:sldChg chg="delSp modSp new mod">
        <pc:chgData name="priyankarukesh@gmail.com" userId="c25336cf216f5b14" providerId="LiveId" clId="{D24322D4-50AC-443E-AEB2-B1ED3EE44648}" dt="2024-04-14T11:25:15.335" v="1029" actId="5793"/>
        <pc:sldMkLst>
          <pc:docMk/>
          <pc:sldMk cId="949850812" sldId="277"/>
        </pc:sldMkLst>
        <pc:spChg chg="del">
          <ac:chgData name="priyankarukesh@gmail.com" userId="c25336cf216f5b14" providerId="LiveId" clId="{D24322D4-50AC-443E-AEB2-B1ED3EE44648}" dt="2024-04-14T11:23:48.670" v="969" actId="478"/>
          <ac:spMkLst>
            <pc:docMk/>
            <pc:sldMk cId="949850812" sldId="277"/>
            <ac:spMk id="2" creationId="{43D84A23-AF1D-AA60-BF77-03FB65A3A947}"/>
          </ac:spMkLst>
        </pc:spChg>
        <pc:spChg chg="mod">
          <ac:chgData name="priyankarukesh@gmail.com" userId="c25336cf216f5b14" providerId="LiveId" clId="{D24322D4-50AC-443E-AEB2-B1ED3EE44648}" dt="2024-04-14T11:25:15.335" v="1029" actId="5793"/>
          <ac:spMkLst>
            <pc:docMk/>
            <pc:sldMk cId="949850812" sldId="277"/>
            <ac:spMk id="3" creationId="{A1F416AF-97F9-DD89-A1CB-A51B91963247}"/>
          </ac:spMkLst>
        </pc:spChg>
      </pc:sldChg>
      <pc:sldChg chg="delSp modSp new mod">
        <pc:chgData name="priyankarukesh@gmail.com" userId="c25336cf216f5b14" providerId="LiveId" clId="{D24322D4-50AC-443E-AEB2-B1ED3EE44648}" dt="2024-04-14T11:34:50.693" v="1127" actId="20577"/>
        <pc:sldMkLst>
          <pc:docMk/>
          <pc:sldMk cId="2692246071" sldId="278"/>
        </pc:sldMkLst>
        <pc:spChg chg="del">
          <ac:chgData name="priyankarukesh@gmail.com" userId="c25336cf216f5b14" providerId="LiveId" clId="{D24322D4-50AC-443E-AEB2-B1ED3EE44648}" dt="2024-04-14T11:31:35.172" v="1031" actId="478"/>
          <ac:spMkLst>
            <pc:docMk/>
            <pc:sldMk cId="2692246071" sldId="278"/>
            <ac:spMk id="2" creationId="{29EB34CD-9198-9598-5DD3-79F5F866A1DF}"/>
          </ac:spMkLst>
        </pc:spChg>
        <pc:spChg chg="mod">
          <ac:chgData name="priyankarukesh@gmail.com" userId="c25336cf216f5b14" providerId="LiveId" clId="{D24322D4-50AC-443E-AEB2-B1ED3EE44648}" dt="2024-04-14T11:34:50.693" v="1127" actId="20577"/>
          <ac:spMkLst>
            <pc:docMk/>
            <pc:sldMk cId="2692246071" sldId="278"/>
            <ac:spMk id="3" creationId="{32037711-FD93-9A2C-5CE4-566256D322E7}"/>
          </ac:spMkLst>
        </pc:spChg>
      </pc:sldChg>
      <pc:sldChg chg="modSp new del mod">
        <pc:chgData name="priyankarukesh@gmail.com" userId="c25336cf216f5b14" providerId="LiveId" clId="{D24322D4-50AC-443E-AEB2-B1ED3EE44648}" dt="2024-04-17T00:28:39.555" v="1179" actId="47"/>
        <pc:sldMkLst>
          <pc:docMk/>
          <pc:sldMk cId="3472018338" sldId="279"/>
        </pc:sldMkLst>
        <pc:spChg chg="mod">
          <ac:chgData name="priyankarukesh@gmail.com" userId="c25336cf216f5b14" providerId="LiveId" clId="{D24322D4-50AC-443E-AEB2-B1ED3EE44648}" dt="2024-04-15T03:31:47.546" v="1155" actId="20577"/>
          <ac:spMkLst>
            <pc:docMk/>
            <pc:sldMk cId="3472018338" sldId="279"/>
            <ac:spMk id="2" creationId="{596DFDF3-D98C-5307-C265-B32675359F42}"/>
          </ac:spMkLst>
        </pc:spChg>
        <pc:spChg chg="mod">
          <ac:chgData name="priyankarukesh@gmail.com" userId="c25336cf216f5b14" providerId="LiveId" clId="{D24322D4-50AC-443E-AEB2-B1ED3EE44648}" dt="2024-04-15T03:32:08.275" v="1157" actId="20577"/>
          <ac:spMkLst>
            <pc:docMk/>
            <pc:sldMk cId="3472018338" sldId="279"/>
            <ac:spMk id="3" creationId="{B700B8C9-D859-5A87-EB92-F97CDD033DAC}"/>
          </ac:spMkLst>
        </pc:spChg>
      </pc:sldChg>
      <pc:sldChg chg="addSp delSp modSp new del mod">
        <pc:chgData name="priyankarukesh@gmail.com" userId="c25336cf216f5b14" providerId="LiveId" clId="{D24322D4-50AC-443E-AEB2-B1ED3EE44648}" dt="2024-04-17T00:28:41.235" v="1180" actId="47"/>
        <pc:sldMkLst>
          <pc:docMk/>
          <pc:sldMk cId="3067931381" sldId="280"/>
        </pc:sldMkLst>
        <pc:spChg chg="del">
          <ac:chgData name="priyankarukesh@gmail.com" userId="c25336cf216f5b14" providerId="LiveId" clId="{D24322D4-50AC-443E-AEB2-B1ED3EE44648}" dt="2024-04-15T03:33:12.318" v="1159"/>
          <ac:spMkLst>
            <pc:docMk/>
            <pc:sldMk cId="3067931381" sldId="280"/>
            <ac:spMk id="3" creationId="{3D8F9EC6-44E7-2682-E581-261DEBAC04A1}"/>
          </ac:spMkLst>
        </pc:spChg>
        <pc:graphicFrameChg chg="add mod modGraphic">
          <ac:chgData name="priyankarukesh@gmail.com" userId="c25336cf216f5b14" providerId="LiveId" clId="{D24322D4-50AC-443E-AEB2-B1ED3EE44648}" dt="2024-04-15T03:33:31.630" v="1162" actId="14100"/>
          <ac:graphicFrameMkLst>
            <pc:docMk/>
            <pc:sldMk cId="3067931381" sldId="280"/>
            <ac:graphicFrameMk id="4" creationId="{801C55E9-3B25-1003-C31D-EC260BCF4B8D}"/>
          </ac:graphicFrameMkLst>
        </pc:graphicFrameChg>
      </pc:sldChg>
      <pc:sldChg chg="delSp modSp new del mod">
        <pc:chgData name="priyankarukesh@gmail.com" userId="c25336cf216f5b14" providerId="LiveId" clId="{D24322D4-50AC-443E-AEB2-B1ED3EE44648}" dt="2024-04-16T23:56:17.207" v="1177" actId="2696"/>
        <pc:sldMkLst>
          <pc:docMk/>
          <pc:sldMk cId="1982436441" sldId="281"/>
        </pc:sldMkLst>
        <pc:spChg chg="del">
          <ac:chgData name="priyankarukesh@gmail.com" userId="c25336cf216f5b14" providerId="LiveId" clId="{D24322D4-50AC-443E-AEB2-B1ED3EE44648}" dt="2024-04-15T03:33:59.639" v="1164" actId="478"/>
          <ac:spMkLst>
            <pc:docMk/>
            <pc:sldMk cId="1982436441" sldId="281"/>
            <ac:spMk id="2" creationId="{B5BFA570-4F64-9671-8558-626C58894F46}"/>
          </ac:spMkLst>
        </pc:spChg>
        <pc:spChg chg="mod">
          <ac:chgData name="priyankarukesh@gmail.com" userId="c25336cf216f5b14" providerId="LiveId" clId="{D24322D4-50AC-443E-AEB2-B1ED3EE44648}" dt="2024-04-15T03:34:25.588" v="1172" actId="5793"/>
          <ac:spMkLst>
            <pc:docMk/>
            <pc:sldMk cId="1982436441" sldId="281"/>
            <ac:spMk id="3" creationId="{157D51CF-82DB-7425-7B48-3235073D1DEE}"/>
          </ac:spMkLst>
        </pc:spChg>
      </pc:sldChg>
      <pc:sldChg chg="delSp modSp new del mod">
        <pc:chgData name="priyankarukesh@gmail.com" userId="c25336cf216f5b14" providerId="LiveId" clId="{D24322D4-50AC-443E-AEB2-B1ED3EE44648}" dt="2024-04-17T00:28:42.859" v="1181" actId="47"/>
        <pc:sldMkLst>
          <pc:docMk/>
          <pc:sldMk cId="3891463726" sldId="282"/>
        </pc:sldMkLst>
        <pc:spChg chg="del">
          <ac:chgData name="priyankarukesh@gmail.com" userId="c25336cf216f5b14" providerId="LiveId" clId="{D24322D4-50AC-443E-AEB2-B1ED3EE44648}" dt="2024-04-15T03:37:23.884" v="1174" actId="478"/>
          <ac:spMkLst>
            <pc:docMk/>
            <pc:sldMk cId="3891463726" sldId="282"/>
            <ac:spMk id="2" creationId="{DA8F9598-1F4C-F8B6-D395-FA77217D9F79}"/>
          </ac:spMkLst>
        </pc:spChg>
        <pc:spChg chg="mod">
          <ac:chgData name="priyankarukesh@gmail.com" userId="c25336cf216f5b14" providerId="LiveId" clId="{D24322D4-50AC-443E-AEB2-B1ED3EE44648}" dt="2024-04-15T03:37:31.040" v="1176"/>
          <ac:spMkLst>
            <pc:docMk/>
            <pc:sldMk cId="3891463726" sldId="282"/>
            <ac:spMk id="3" creationId="{7D8F4876-6DDF-AF7A-FB18-4B8F827EB9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12:08.021" v="1188" actId="14100"/>
        <pc:sldMkLst>
          <pc:docMk/>
          <pc:sldMk cId="3663151546" sldId="283"/>
        </pc:sldMkLst>
        <pc:spChg chg="mod">
          <ac:chgData name="priyankarukesh@gmail.com" userId="c25336cf216f5b14" providerId="LiveId" clId="{D24322D4-50AC-443E-AEB2-B1ED3EE44648}" dt="2024-04-18T04:11:38.346" v="1182"/>
          <ac:spMkLst>
            <pc:docMk/>
            <pc:sldMk cId="3663151546" sldId="283"/>
            <ac:spMk id="2" creationId="{BC9CCDF3-1DAA-C242-4F11-E001F9B3400E}"/>
          </ac:spMkLst>
        </pc:spChg>
        <pc:spChg chg="del">
          <ac:chgData name="priyankarukesh@gmail.com" userId="c25336cf216f5b14" providerId="LiveId" clId="{D24322D4-50AC-443E-AEB2-B1ED3EE44648}" dt="2024-04-18T04:11:48.559" v="1183"/>
          <ac:spMkLst>
            <pc:docMk/>
            <pc:sldMk cId="3663151546" sldId="283"/>
            <ac:spMk id="3" creationId="{003C4633-91DC-1D3A-427A-8F7484CCF8D1}"/>
          </ac:spMkLst>
        </pc:spChg>
        <pc:picChg chg="add mod">
          <ac:chgData name="priyankarukesh@gmail.com" userId="c25336cf216f5b14" providerId="LiveId" clId="{D24322D4-50AC-443E-AEB2-B1ED3EE44648}" dt="2024-04-18T04:12:08.021" v="1188" actId="14100"/>
          <ac:picMkLst>
            <pc:docMk/>
            <pc:sldMk cId="3663151546" sldId="283"/>
            <ac:picMk id="165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26:27.060" v="1200" actId="1076"/>
        <pc:sldMkLst>
          <pc:docMk/>
          <pc:sldMk cId="942402478" sldId="284"/>
        </pc:sldMkLst>
        <pc:spChg chg="del">
          <ac:chgData name="priyankarukesh@gmail.com" userId="c25336cf216f5b14" providerId="LiveId" clId="{D24322D4-50AC-443E-AEB2-B1ED3EE44648}" dt="2024-04-18T04:13:01.544" v="1190" actId="478"/>
          <ac:spMkLst>
            <pc:docMk/>
            <pc:sldMk cId="942402478" sldId="284"/>
            <ac:spMk id="2" creationId="{FBA56A72-44A1-3C9E-EB2C-E24638590264}"/>
          </ac:spMkLst>
        </pc:spChg>
        <pc:spChg chg="del">
          <ac:chgData name="priyankarukesh@gmail.com" userId="c25336cf216f5b14" providerId="LiveId" clId="{D24322D4-50AC-443E-AEB2-B1ED3EE44648}" dt="2024-04-18T04:13:04.124" v="1191"/>
          <ac:spMkLst>
            <pc:docMk/>
            <pc:sldMk cId="942402478" sldId="284"/>
            <ac:spMk id="3" creationId="{B4D436DA-B8A5-D76F-F32B-BA5C0D17F109}"/>
          </ac:spMkLst>
        </pc:spChg>
        <pc:graphicFrameChg chg="add mod">
          <ac:chgData name="priyankarukesh@gmail.com" userId="c25336cf216f5b14" providerId="LiveId" clId="{D24322D4-50AC-443E-AEB2-B1ED3EE44648}" dt="2024-04-18T04:25:28.858" v="1196" actId="1076"/>
          <ac:graphicFrameMkLst>
            <pc:docMk/>
            <pc:sldMk cId="942402478" sldId="284"/>
            <ac:graphicFrameMk id="4" creationId="{F419E552-9D7B-6DEE-34D0-11BD12AFFF9D}"/>
          </ac:graphicFrameMkLst>
        </pc:graphicFrameChg>
        <pc:graphicFrameChg chg="add mod">
          <ac:chgData name="priyankarukesh@gmail.com" userId="c25336cf216f5b14" providerId="LiveId" clId="{D24322D4-50AC-443E-AEB2-B1ED3EE44648}" dt="2024-04-18T04:26:03.369" v="1198" actId="1076"/>
          <ac:graphicFrameMkLst>
            <pc:docMk/>
            <pc:sldMk cId="942402478" sldId="284"/>
            <ac:graphicFrameMk id="173" creationId="{00000000-0000-0000-0000-000000000000}"/>
          </ac:graphicFrameMkLst>
        </pc:graphicFrameChg>
        <pc:graphicFrameChg chg="add mod">
          <ac:chgData name="priyankarukesh@gmail.com" userId="c25336cf216f5b14" providerId="LiveId" clId="{D24322D4-50AC-443E-AEB2-B1ED3EE44648}" dt="2024-04-18T04:26:27.060" v="1200" actId="1076"/>
          <ac:graphicFrameMkLst>
            <pc:docMk/>
            <pc:sldMk cId="942402478" sldId="284"/>
            <ac:graphicFrameMk id="174" creationId="{00000000-0000-0000-0000-000000000000}"/>
          </ac:graphicFrameMkLst>
        </pc:graphicFrameChg>
        <pc:picChg chg="add mod">
          <ac:chgData name="priyankarukesh@gmail.com" userId="c25336cf216f5b14" providerId="LiveId" clId="{D24322D4-50AC-443E-AEB2-B1ED3EE44648}" dt="2024-04-18T04:13:13.260" v="1194" actId="14100"/>
          <ac:picMkLst>
            <pc:docMk/>
            <pc:sldMk cId="942402478" sldId="284"/>
            <ac:picMk id="171" creationId="{00000000-0000-0000-0000-000000000000}"/>
          </ac:picMkLst>
        </pc:picChg>
      </pc:sldChg>
      <pc:sldChg chg="addSp modSp new">
        <pc:chgData name="priyankarukesh@gmail.com" userId="c25336cf216f5b14" providerId="LiveId" clId="{D24322D4-50AC-443E-AEB2-B1ED3EE44648}" dt="2024-04-18T04:28:09.660" v="1202"/>
        <pc:sldMkLst>
          <pc:docMk/>
          <pc:sldMk cId="2143243989" sldId="285"/>
        </pc:sldMkLst>
        <pc:picChg chg="add mod">
          <ac:chgData name="priyankarukesh@gmail.com" userId="c25336cf216f5b14" providerId="LiveId" clId="{D24322D4-50AC-443E-AEB2-B1ED3EE44648}" dt="2024-04-18T04:28:09.660" v="1202"/>
          <ac:picMkLst>
            <pc:docMk/>
            <pc:sldMk cId="2143243989" sldId="285"/>
            <ac:picMk id="4" creationId="{00000000-0000-0000-0000-000000000000}"/>
          </ac:picMkLst>
        </pc:picChg>
      </pc:sldChg>
      <pc:sldChg chg="addSp modSp new">
        <pc:chgData name="priyankarukesh@gmail.com" userId="c25336cf216f5b14" providerId="LiveId" clId="{D24322D4-50AC-443E-AEB2-B1ED3EE44648}" dt="2024-04-18T04:28:24.215" v="1204"/>
        <pc:sldMkLst>
          <pc:docMk/>
          <pc:sldMk cId="886110795" sldId="286"/>
        </pc:sldMkLst>
        <pc:picChg chg="add mod">
          <ac:chgData name="priyankarukesh@gmail.com" userId="c25336cf216f5b14" providerId="LiveId" clId="{D24322D4-50AC-443E-AEB2-B1ED3EE44648}" dt="2024-04-18T04:28:24.215" v="1204"/>
          <ac:picMkLst>
            <pc:docMk/>
            <pc:sldMk cId="886110795" sldId="286"/>
            <ac:picMk id="186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28:58.610" v="1210" actId="14100"/>
        <pc:sldMkLst>
          <pc:docMk/>
          <pc:sldMk cId="3453539042" sldId="287"/>
        </pc:sldMkLst>
        <pc:spChg chg="del">
          <ac:chgData name="priyankarukesh@gmail.com" userId="c25336cf216f5b14" providerId="LiveId" clId="{D24322D4-50AC-443E-AEB2-B1ED3EE44648}" dt="2024-04-18T04:28:41.928" v="1206"/>
          <ac:spMkLst>
            <pc:docMk/>
            <pc:sldMk cId="3453539042" sldId="287"/>
            <ac:spMk id="3" creationId="{AC4A09E0-B925-40F2-1A45-A7BF436FDA65}"/>
          </ac:spMkLst>
        </pc:spChg>
        <pc:picChg chg="add mod">
          <ac:chgData name="priyankarukesh@gmail.com" userId="c25336cf216f5b14" providerId="LiveId" clId="{D24322D4-50AC-443E-AEB2-B1ED3EE44648}" dt="2024-04-18T04:28:58.610" v="1210" actId="14100"/>
          <ac:picMkLst>
            <pc:docMk/>
            <pc:sldMk cId="3453539042" sldId="287"/>
            <ac:picMk id="192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29:30.154" v="1216" actId="14100"/>
        <pc:sldMkLst>
          <pc:docMk/>
          <pc:sldMk cId="2422480215" sldId="288"/>
        </pc:sldMkLst>
        <pc:spChg chg="del">
          <ac:chgData name="priyankarukesh@gmail.com" userId="c25336cf216f5b14" providerId="LiveId" clId="{D24322D4-50AC-443E-AEB2-B1ED3EE44648}" dt="2024-04-18T04:29:18.550" v="1212"/>
          <ac:spMkLst>
            <pc:docMk/>
            <pc:sldMk cId="2422480215" sldId="288"/>
            <ac:spMk id="3" creationId="{47901617-F580-280E-02C9-B9F222650EBE}"/>
          </ac:spMkLst>
        </pc:spChg>
        <pc:picChg chg="add mod">
          <ac:chgData name="priyankarukesh@gmail.com" userId="c25336cf216f5b14" providerId="LiveId" clId="{D24322D4-50AC-443E-AEB2-B1ED3EE44648}" dt="2024-04-18T04:29:30.154" v="1216" actId="14100"/>
          <ac:picMkLst>
            <pc:docMk/>
            <pc:sldMk cId="2422480215" sldId="288"/>
            <ac:picMk id="198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29:57.111" v="1223" actId="14100"/>
        <pc:sldMkLst>
          <pc:docMk/>
          <pc:sldMk cId="900488986" sldId="289"/>
        </pc:sldMkLst>
        <pc:spChg chg="del">
          <ac:chgData name="priyankarukesh@gmail.com" userId="c25336cf216f5b14" providerId="LiveId" clId="{D24322D4-50AC-443E-AEB2-B1ED3EE44648}" dt="2024-04-18T04:29:44.718" v="1218"/>
          <ac:spMkLst>
            <pc:docMk/>
            <pc:sldMk cId="900488986" sldId="289"/>
            <ac:spMk id="3" creationId="{C06C7691-5ECC-AE0A-92B8-F5488E3C7E92}"/>
          </ac:spMkLst>
        </pc:spChg>
        <pc:picChg chg="add mod">
          <ac:chgData name="priyankarukesh@gmail.com" userId="c25336cf216f5b14" providerId="LiveId" clId="{D24322D4-50AC-443E-AEB2-B1ED3EE44648}" dt="2024-04-18T04:29:57.111" v="1223" actId="14100"/>
          <ac:picMkLst>
            <pc:docMk/>
            <pc:sldMk cId="900488986" sldId="289"/>
            <ac:picMk id="204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0:20.169" v="1229" actId="14100"/>
        <pc:sldMkLst>
          <pc:docMk/>
          <pc:sldMk cId="3292338181" sldId="290"/>
        </pc:sldMkLst>
        <pc:spChg chg="del">
          <ac:chgData name="priyankarukesh@gmail.com" userId="c25336cf216f5b14" providerId="LiveId" clId="{D24322D4-50AC-443E-AEB2-B1ED3EE44648}" dt="2024-04-18T04:30:10.845" v="1225"/>
          <ac:spMkLst>
            <pc:docMk/>
            <pc:sldMk cId="3292338181" sldId="290"/>
            <ac:spMk id="3" creationId="{BD29CD60-6B19-60DB-800D-3BBF17410604}"/>
          </ac:spMkLst>
        </pc:spChg>
        <pc:picChg chg="add mod">
          <ac:chgData name="priyankarukesh@gmail.com" userId="c25336cf216f5b14" providerId="LiveId" clId="{D24322D4-50AC-443E-AEB2-B1ED3EE44648}" dt="2024-04-18T04:30:20.169" v="1229" actId="14100"/>
          <ac:picMkLst>
            <pc:docMk/>
            <pc:sldMk cId="3292338181" sldId="290"/>
            <ac:picMk id="210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5:51.359" v="1238" actId="14100"/>
        <pc:sldMkLst>
          <pc:docMk/>
          <pc:sldMk cId="1706536403" sldId="291"/>
        </pc:sldMkLst>
        <pc:spChg chg="del">
          <ac:chgData name="priyankarukesh@gmail.com" userId="c25336cf216f5b14" providerId="LiveId" clId="{D24322D4-50AC-443E-AEB2-B1ED3EE44648}" dt="2024-04-18T04:35:37.266" v="1233"/>
          <ac:spMkLst>
            <pc:docMk/>
            <pc:sldMk cId="1706536403" sldId="291"/>
            <ac:spMk id="3" creationId="{5D219CD6-B7A3-BB8A-C317-1B374D75CAEA}"/>
          </ac:spMkLst>
        </pc:spChg>
        <pc:picChg chg="add mod">
          <ac:chgData name="priyankarukesh@gmail.com" userId="c25336cf216f5b14" providerId="LiveId" clId="{D24322D4-50AC-443E-AEB2-B1ED3EE44648}" dt="2024-04-18T04:35:51.359" v="1238" actId="14100"/>
          <ac:picMkLst>
            <pc:docMk/>
            <pc:sldMk cId="1706536403" sldId="291"/>
            <ac:picMk id="216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6:15.559" v="1243" actId="14100"/>
        <pc:sldMkLst>
          <pc:docMk/>
          <pc:sldMk cId="927966548" sldId="292"/>
        </pc:sldMkLst>
        <pc:spChg chg="del">
          <ac:chgData name="priyankarukesh@gmail.com" userId="c25336cf216f5b14" providerId="LiveId" clId="{D24322D4-50AC-443E-AEB2-B1ED3EE44648}" dt="2024-04-18T04:36:04.055" v="1239"/>
          <ac:spMkLst>
            <pc:docMk/>
            <pc:sldMk cId="927966548" sldId="292"/>
            <ac:spMk id="3" creationId="{54890FB2-CFFF-FC70-8B31-48A40A3D3A62}"/>
          </ac:spMkLst>
        </pc:spChg>
        <pc:picChg chg="add mod">
          <ac:chgData name="priyankarukesh@gmail.com" userId="c25336cf216f5b14" providerId="LiveId" clId="{D24322D4-50AC-443E-AEB2-B1ED3EE44648}" dt="2024-04-18T04:36:15.559" v="1243" actId="14100"/>
          <ac:picMkLst>
            <pc:docMk/>
            <pc:sldMk cId="927966548" sldId="292"/>
            <ac:picMk id="222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6:43.654" v="1248" actId="14100"/>
        <pc:sldMkLst>
          <pc:docMk/>
          <pc:sldMk cId="2844668723" sldId="293"/>
        </pc:sldMkLst>
        <pc:spChg chg="del">
          <ac:chgData name="priyankarukesh@gmail.com" userId="c25336cf216f5b14" providerId="LiveId" clId="{D24322D4-50AC-443E-AEB2-B1ED3EE44648}" dt="2024-04-18T04:36:32.033" v="1244"/>
          <ac:spMkLst>
            <pc:docMk/>
            <pc:sldMk cId="2844668723" sldId="293"/>
            <ac:spMk id="3" creationId="{1C0EE824-4597-CB64-D5A7-EF28B9632B1A}"/>
          </ac:spMkLst>
        </pc:spChg>
        <pc:picChg chg="add mod">
          <ac:chgData name="priyankarukesh@gmail.com" userId="c25336cf216f5b14" providerId="LiveId" clId="{D24322D4-50AC-443E-AEB2-B1ED3EE44648}" dt="2024-04-18T04:36:43.654" v="1248" actId="14100"/>
          <ac:picMkLst>
            <pc:docMk/>
            <pc:sldMk cId="2844668723" sldId="293"/>
            <ac:picMk id="228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7:07.921" v="1254" actId="14100"/>
        <pc:sldMkLst>
          <pc:docMk/>
          <pc:sldMk cId="3293732070" sldId="294"/>
        </pc:sldMkLst>
        <pc:spChg chg="del">
          <ac:chgData name="priyankarukesh@gmail.com" userId="c25336cf216f5b14" providerId="LiveId" clId="{D24322D4-50AC-443E-AEB2-B1ED3EE44648}" dt="2024-04-18T04:36:58.761" v="1250"/>
          <ac:spMkLst>
            <pc:docMk/>
            <pc:sldMk cId="3293732070" sldId="294"/>
            <ac:spMk id="3" creationId="{7AA289F3-B9D1-60DC-C05F-D4F301D08B00}"/>
          </ac:spMkLst>
        </pc:spChg>
        <pc:picChg chg="add mod">
          <ac:chgData name="priyankarukesh@gmail.com" userId="c25336cf216f5b14" providerId="LiveId" clId="{D24322D4-50AC-443E-AEB2-B1ED3EE44648}" dt="2024-04-18T04:37:07.921" v="1254" actId="14100"/>
          <ac:picMkLst>
            <pc:docMk/>
            <pc:sldMk cId="3293732070" sldId="294"/>
            <ac:picMk id="234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7:32.721" v="1260" actId="14100"/>
        <pc:sldMkLst>
          <pc:docMk/>
          <pc:sldMk cId="2605802379" sldId="295"/>
        </pc:sldMkLst>
        <pc:spChg chg="del">
          <ac:chgData name="priyankarukesh@gmail.com" userId="c25336cf216f5b14" providerId="LiveId" clId="{D24322D4-50AC-443E-AEB2-B1ED3EE44648}" dt="2024-04-18T04:37:22.808" v="1256"/>
          <ac:spMkLst>
            <pc:docMk/>
            <pc:sldMk cId="2605802379" sldId="295"/>
            <ac:spMk id="3" creationId="{E23A23C1-099C-259B-00A7-410DD5D13524}"/>
          </ac:spMkLst>
        </pc:spChg>
        <pc:picChg chg="add mod">
          <ac:chgData name="priyankarukesh@gmail.com" userId="c25336cf216f5b14" providerId="LiveId" clId="{D24322D4-50AC-443E-AEB2-B1ED3EE44648}" dt="2024-04-18T04:37:32.721" v="1260" actId="14100"/>
          <ac:picMkLst>
            <pc:docMk/>
            <pc:sldMk cId="2605802379" sldId="295"/>
            <ac:picMk id="240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7:58.429" v="1266" actId="14100"/>
        <pc:sldMkLst>
          <pc:docMk/>
          <pc:sldMk cId="2815755834" sldId="296"/>
        </pc:sldMkLst>
        <pc:spChg chg="del">
          <ac:chgData name="priyankarukesh@gmail.com" userId="c25336cf216f5b14" providerId="LiveId" clId="{D24322D4-50AC-443E-AEB2-B1ED3EE44648}" dt="2024-04-18T04:37:48.539" v="1262"/>
          <ac:spMkLst>
            <pc:docMk/>
            <pc:sldMk cId="2815755834" sldId="296"/>
            <ac:spMk id="3" creationId="{60E57545-C237-3225-B6FE-30D22A2B1F3B}"/>
          </ac:spMkLst>
        </pc:spChg>
        <pc:picChg chg="add mod">
          <ac:chgData name="priyankarukesh@gmail.com" userId="c25336cf216f5b14" providerId="LiveId" clId="{D24322D4-50AC-443E-AEB2-B1ED3EE44648}" dt="2024-04-18T04:37:58.429" v="1266" actId="14100"/>
          <ac:picMkLst>
            <pc:docMk/>
            <pc:sldMk cId="2815755834" sldId="296"/>
            <ac:picMk id="246" creationId="{00000000-0000-0000-0000-000000000000}"/>
          </ac:picMkLst>
        </pc:picChg>
      </pc:sldChg>
      <pc:sldChg chg="addSp delSp modSp new mod">
        <pc:chgData name="priyankarukesh@gmail.com" userId="c25336cf216f5b14" providerId="LiveId" clId="{D24322D4-50AC-443E-AEB2-B1ED3EE44648}" dt="2024-04-18T04:39:11.353" v="1276" actId="14100"/>
        <pc:sldMkLst>
          <pc:docMk/>
          <pc:sldMk cId="3419731340" sldId="297"/>
        </pc:sldMkLst>
        <pc:spChg chg="del">
          <ac:chgData name="priyankarukesh@gmail.com" userId="c25336cf216f5b14" providerId="LiveId" clId="{D24322D4-50AC-443E-AEB2-B1ED3EE44648}" dt="2024-04-18T04:38:13.960" v="1268"/>
          <ac:spMkLst>
            <pc:docMk/>
            <pc:sldMk cId="3419731340" sldId="297"/>
            <ac:spMk id="3" creationId="{446C5E14-EC11-6403-4DFE-BF86C072DDD5}"/>
          </ac:spMkLst>
        </pc:spChg>
        <pc:picChg chg="add mod">
          <ac:chgData name="priyankarukesh@gmail.com" userId="c25336cf216f5b14" providerId="LiveId" clId="{D24322D4-50AC-443E-AEB2-B1ED3EE44648}" dt="2024-04-18T04:39:08.113" v="1275"/>
          <ac:picMkLst>
            <pc:docMk/>
            <pc:sldMk cId="3419731340" sldId="297"/>
            <ac:picMk id="4" creationId="{8EFDE84B-6884-4588-48B7-0EA02CFFDF58}"/>
          </ac:picMkLst>
        </pc:picChg>
        <pc:picChg chg="add mod">
          <ac:chgData name="priyankarukesh@gmail.com" userId="c25336cf216f5b14" providerId="LiveId" clId="{D24322D4-50AC-443E-AEB2-B1ED3EE44648}" dt="2024-04-18T04:39:11.353" v="1276" actId="14100"/>
          <ac:picMkLst>
            <pc:docMk/>
            <pc:sldMk cId="3419731340" sldId="297"/>
            <ac:picMk id="252" creationId="{00000000-0000-0000-0000-000000000000}"/>
          </ac:picMkLst>
        </pc:picChg>
      </pc:sldChg>
      <pc:sldChg chg="modSp new mod">
        <pc:chgData name="priyankarukesh@gmail.com" userId="c25336cf216f5b14" providerId="LiveId" clId="{D24322D4-50AC-443E-AEB2-B1ED3EE44648}" dt="2024-04-18T04:39:50.988" v="1279"/>
        <pc:sldMkLst>
          <pc:docMk/>
          <pc:sldMk cId="3894457776" sldId="298"/>
        </pc:sldMkLst>
        <pc:spChg chg="mod">
          <ac:chgData name="priyankarukesh@gmail.com" userId="c25336cf216f5b14" providerId="LiveId" clId="{D24322D4-50AC-443E-AEB2-B1ED3EE44648}" dt="2024-04-18T04:39:38.584" v="1278"/>
          <ac:spMkLst>
            <pc:docMk/>
            <pc:sldMk cId="3894457776" sldId="298"/>
            <ac:spMk id="2" creationId="{CE3076D3-F6CD-EB94-DFA7-9348D8207B2C}"/>
          </ac:spMkLst>
        </pc:spChg>
        <pc:spChg chg="mod">
          <ac:chgData name="priyankarukesh@gmail.com" userId="c25336cf216f5b14" providerId="LiveId" clId="{D24322D4-50AC-443E-AEB2-B1ED3EE44648}" dt="2024-04-18T04:39:50.988" v="1279"/>
          <ac:spMkLst>
            <pc:docMk/>
            <pc:sldMk cId="3894457776" sldId="298"/>
            <ac:spMk id="3" creationId="{5EC640E7-B360-127F-FE5C-6FB929C63262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1:19.594" v="1287" actId="1076"/>
        <pc:sldMkLst>
          <pc:docMk/>
          <pc:sldMk cId="4053340446" sldId="299"/>
        </pc:sldMkLst>
        <pc:spChg chg="del">
          <ac:chgData name="priyankarukesh@gmail.com" userId="c25336cf216f5b14" providerId="LiveId" clId="{D24322D4-50AC-443E-AEB2-B1ED3EE44648}" dt="2024-04-18T04:41:00.359" v="1286" actId="478"/>
          <ac:spMkLst>
            <pc:docMk/>
            <pc:sldMk cId="4053340446" sldId="299"/>
            <ac:spMk id="2" creationId="{F39BDBFE-671C-BA02-7790-D664DCC8BD5A}"/>
          </ac:spMkLst>
        </pc:spChg>
        <pc:spChg chg="del">
          <ac:chgData name="priyankarukesh@gmail.com" userId="c25336cf216f5b14" providerId="LiveId" clId="{D24322D4-50AC-443E-AEB2-B1ED3EE44648}" dt="2024-04-18T04:40:40.824" v="1284" actId="478"/>
          <ac:spMkLst>
            <pc:docMk/>
            <pc:sldMk cId="4053340446" sldId="299"/>
            <ac:spMk id="3" creationId="{F041997B-EDF9-2305-D5CB-897DF97F5E12}"/>
          </ac:spMkLst>
        </pc:spChg>
        <pc:spChg chg="add del mod">
          <ac:chgData name="priyankarukesh@gmail.com" userId="c25336cf216f5b14" providerId="LiveId" clId="{D24322D4-50AC-443E-AEB2-B1ED3EE44648}" dt="2024-04-18T04:41:19.594" v="1287" actId="1076"/>
          <ac:spMkLst>
            <pc:docMk/>
            <pc:sldMk cId="4053340446" sldId="299"/>
            <ac:spMk id="345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0:18.455" v="1281"/>
          <ac:spMkLst>
            <pc:docMk/>
            <pc:sldMk cId="4053340446" sldId="299"/>
            <ac:spMk id="346" creationId="{00000000-0000-0000-0000-0000000000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1:50.731" v="1291"/>
        <pc:sldMkLst>
          <pc:docMk/>
          <pc:sldMk cId="3363208007" sldId="300"/>
        </pc:sldMkLst>
        <pc:spChg chg="del">
          <ac:chgData name="priyankarukesh@gmail.com" userId="c25336cf216f5b14" providerId="LiveId" clId="{D24322D4-50AC-443E-AEB2-B1ED3EE44648}" dt="2024-04-18T04:41:28.571" v="1289" actId="478"/>
          <ac:spMkLst>
            <pc:docMk/>
            <pc:sldMk cId="3363208007" sldId="300"/>
            <ac:spMk id="2" creationId="{25839737-0784-94FC-1894-AF901A7C638C}"/>
          </ac:spMkLst>
        </pc:spChg>
        <pc:spChg chg="del">
          <ac:chgData name="priyankarukesh@gmail.com" userId="c25336cf216f5b14" providerId="LiveId" clId="{D24322D4-50AC-443E-AEB2-B1ED3EE44648}" dt="2024-04-18T04:41:31.142" v="1290" actId="478"/>
          <ac:spMkLst>
            <pc:docMk/>
            <pc:sldMk cId="3363208007" sldId="300"/>
            <ac:spMk id="3" creationId="{8F9E4A87-3ECB-3230-EDFF-8B1097FAD380}"/>
          </ac:spMkLst>
        </pc:spChg>
        <pc:spChg chg="add mod">
          <ac:chgData name="priyankarukesh@gmail.com" userId="c25336cf216f5b14" providerId="LiveId" clId="{D24322D4-50AC-443E-AEB2-B1ED3EE44648}" dt="2024-04-18T04:41:50.731" v="1291"/>
          <ac:spMkLst>
            <pc:docMk/>
            <pc:sldMk cId="3363208007" sldId="300"/>
            <ac:spMk id="351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1:50.731" v="1291"/>
          <ac:spMkLst>
            <pc:docMk/>
            <pc:sldMk cId="3363208007" sldId="300"/>
            <ac:spMk id="352" creationId="{00000000-0000-0000-0000-0000000000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2:13.565" v="1295"/>
        <pc:sldMkLst>
          <pc:docMk/>
          <pc:sldMk cId="3244095585" sldId="301"/>
        </pc:sldMkLst>
        <pc:spChg chg="del">
          <ac:chgData name="priyankarukesh@gmail.com" userId="c25336cf216f5b14" providerId="LiveId" clId="{D24322D4-50AC-443E-AEB2-B1ED3EE44648}" dt="2024-04-18T04:41:58.130" v="1293" actId="478"/>
          <ac:spMkLst>
            <pc:docMk/>
            <pc:sldMk cId="3244095585" sldId="301"/>
            <ac:spMk id="2" creationId="{916283A4-49D2-F91E-82AA-4CC0D8625831}"/>
          </ac:spMkLst>
        </pc:spChg>
        <pc:spChg chg="del">
          <ac:chgData name="priyankarukesh@gmail.com" userId="c25336cf216f5b14" providerId="LiveId" clId="{D24322D4-50AC-443E-AEB2-B1ED3EE44648}" dt="2024-04-18T04:42:00.783" v="1294" actId="478"/>
          <ac:spMkLst>
            <pc:docMk/>
            <pc:sldMk cId="3244095585" sldId="301"/>
            <ac:spMk id="3" creationId="{7E6BD291-24F3-C6E4-B811-E493EB01B6E1}"/>
          </ac:spMkLst>
        </pc:spChg>
        <pc:spChg chg="add mod">
          <ac:chgData name="priyankarukesh@gmail.com" userId="c25336cf216f5b14" providerId="LiveId" clId="{D24322D4-50AC-443E-AEB2-B1ED3EE44648}" dt="2024-04-18T04:42:13.565" v="1295"/>
          <ac:spMkLst>
            <pc:docMk/>
            <pc:sldMk cId="3244095585" sldId="301"/>
            <ac:spMk id="357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2:13.565" v="1295"/>
          <ac:spMkLst>
            <pc:docMk/>
            <pc:sldMk cId="3244095585" sldId="301"/>
            <ac:spMk id="358" creationId="{00000000-0000-0000-0000-0000000000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2:39.171" v="1299"/>
        <pc:sldMkLst>
          <pc:docMk/>
          <pc:sldMk cId="3955762393" sldId="302"/>
        </pc:sldMkLst>
        <pc:spChg chg="del">
          <ac:chgData name="priyankarukesh@gmail.com" userId="c25336cf216f5b14" providerId="LiveId" clId="{D24322D4-50AC-443E-AEB2-B1ED3EE44648}" dt="2024-04-18T04:42:22.634" v="1297" actId="478"/>
          <ac:spMkLst>
            <pc:docMk/>
            <pc:sldMk cId="3955762393" sldId="302"/>
            <ac:spMk id="2" creationId="{B68BA5C7-9618-3884-B885-9BFAEAFFE5E0}"/>
          </ac:spMkLst>
        </pc:spChg>
        <pc:spChg chg="del">
          <ac:chgData name="priyankarukesh@gmail.com" userId="c25336cf216f5b14" providerId="LiveId" clId="{D24322D4-50AC-443E-AEB2-B1ED3EE44648}" dt="2024-04-18T04:42:25.344" v="1298" actId="478"/>
          <ac:spMkLst>
            <pc:docMk/>
            <pc:sldMk cId="3955762393" sldId="302"/>
            <ac:spMk id="3" creationId="{0E4FA4A4-AFC1-5A6B-F242-C347579C716E}"/>
          </ac:spMkLst>
        </pc:spChg>
        <pc:spChg chg="add mod">
          <ac:chgData name="priyankarukesh@gmail.com" userId="c25336cf216f5b14" providerId="LiveId" clId="{D24322D4-50AC-443E-AEB2-B1ED3EE44648}" dt="2024-04-18T04:42:39.171" v="1299"/>
          <ac:spMkLst>
            <pc:docMk/>
            <pc:sldMk cId="3955762393" sldId="302"/>
            <ac:spMk id="363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2:39.171" v="1299"/>
          <ac:spMkLst>
            <pc:docMk/>
            <pc:sldMk cId="3955762393" sldId="302"/>
            <ac:spMk id="364" creationId="{00000000-0000-0000-0000-0000000000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3:10.565" v="1303"/>
        <pc:sldMkLst>
          <pc:docMk/>
          <pc:sldMk cId="709419065" sldId="303"/>
        </pc:sldMkLst>
        <pc:spChg chg="del">
          <ac:chgData name="priyankarukesh@gmail.com" userId="c25336cf216f5b14" providerId="LiveId" clId="{D24322D4-50AC-443E-AEB2-B1ED3EE44648}" dt="2024-04-18T04:42:53.206" v="1301" actId="478"/>
          <ac:spMkLst>
            <pc:docMk/>
            <pc:sldMk cId="709419065" sldId="303"/>
            <ac:spMk id="2" creationId="{3CF22DF0-1E26-05AB-0AB5-75DC7576FD36}"/>
          </ac:spMkLst>
        </pc:spChg>
        <pc:spChg chg="del">
          <ac:chgData name="priyankarukesh@gmail.com" userId="c25336cf216f5b14" providerId="LiveId" clId="{D24322D4-50AC-443E-AEB2-B1ED3EE44648}" dt="2024-04-18T04:42:56.081" v="1302" actId="478"/>
          <ac:spMkLst>
            <pc:docMk/>
            <pc:sldMk cId="709419065" sldId="303"/>
            <ac:spMk id="3" creationId="{5EDE3690-58FE-67AB-EB76-AAD3373179B9}"/>
          </ac:spMkLst>
        </pc:spChg>
        <pc:spChg chg="add mod">
          <ac:chgData name="priyankarukesh@gmail.com" userId="c25336cf216f5b14" providerId="LiveId" clId="{D24322D4-50AC-443E-AEB2-B1ED3EE44648}" dt="2024-04-18T04:43:10.565" v="1303"/>
          <ac:spMkLst>
            <pc:docMk/>
            <pc:sldMk cId="709419065" sldId="303"/>
            <ac:spMk id="369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3:10.565" v="1303"/>
          <ac:spMkLst>
            <pc:docMk/>
            <pc:sldMk cId="709419065" sldId="303"/>
            <ac:spMk id="370" creationId="{00000000-0000-0000-0000-000000000000}"/>
          </ac:spMkLst>
        </pc:spChg>
      </pc:sldChg>
      <pc:sldChg chg="addSp delSp modSp new mod">
        <pc:chgData name="priyankarukesh@gmail.com" userId="c25336cf216f5b14" providerId="LiveId" clId="{D24322D4-50AC-443E-AEB2-B1ED3EE44648}" dt="2024-04-18T04:43:37.066" v="1309"/>
        <pc:sldMkLst>
          <pc:docMk/>
          <pc:sldMk cId="3898738801" sldId="304"/>
        </pc:sldMkLst>
        <pc:spChg chg="del">
          <ac:chgData name="priyankarukesh@gmail.com" userId="c25336cf216f5b14" providerId="LiveId" clId="{D24322D4-50AC-443E-AEB2-B1ED3EE44648}" dt="2024-04-18T04:43:19.500" v="1305" actId="478"/>
          <ac:spMkLst>
            <pc:docMk/>
            <pc:sldMk cId="3898738801" sldId="304"/>
            <ac:spMk id="2" creationId="{029BEA19-FD2F-0249-4D4B-F0C35931C852}"/>
          </ac:spMkLst>
        </pc:spChg>
        <pc:spChg chg="del">
          <ac:chgData name="priyankarukesh@gmail.com" userId="c25336cf216f5b14" providerId="LiveId" clId="{D24322D4-50AC-443E-AEB2-B1ED3EE44648}" dt="2024-04-18T04:43:22.350" v="1306" actId="478"/>
          <ac:spMkLst>
            <pc:docMk/>
            <pc:sldMk cId="3898738801" sldId="304"/>
            <ac:spMk id="3" creationId="{5567AF2B-C0D5-69E7-8BD0-1BCFF0E29859}"/>
          </ac:spMkLst>
        </pc:spChg>
        <pc:spChg chg="add mod">
          <ac:chgData name="priyankarukesh@gmail.com" userId="c25336cf216f5b14" providerId="LiveId" clId="{D24322D4-50AC-443E-AEB2-B1ED3EE44648}" dt="2024-04-18T04:43:37.066" v="1309"/>
          <ac:spMkLst>
            <pc:docMk/>
            <pc:sldMk cId="3898738801" sldId="304"/>
            <ac:spMk id="4" creationId="{63BFEF74-156F-0FBB-F6FE-5F0BA494E0FD}"/>
          </ac:spMkLst>
        </pc:spChg>
        <pc:spChg chg="add mod">
          <ac:chgData name="priyankarukesh@gmail.com" userId="c25336cf216f5b14" providerId="LiveId" clId="{D24322D4-50AC-443E-AEB2-B1ED3EE44648}" dt="2024-04-18T04:43:37.066" v="1309"/>
          <ac:spMkLst>
            <pc:docMk/>
            <pc:sldMk cId="3898738801" sldId="304"/>
            <ac:spMk id="5" creationId="{9303A632-CB1B-4C9D-FEB3-2E7613D776DF}"/>
          </ac:spMkLst>
        </pc:spChg>
        <pc:spChg chg="add mod">
          <ac:chgData name="priyankarukesh@gmail.com" userId="c25336cf216f5b14" providerId="LiveId" clId="{D24322D4-50AC-443E-AEB2-B1ED3EE44648}" dt="2024-04-18T04:43:33.438" v="1307"/>
          <ac:spMkLst>
            <pc:docMk/>
            <pc:sldMk cId="3898738801" sldId="304"/>
            <ac:spMk id="375" creationId="{00000000-0000-0000-0000-000000000000}"/>
          </ac:spMkLst>
        </pc:spChg>
        <pc:spChg chg="add mod">
          <ac:chgData name="priyankarukesh@gmail.com" userId="c25336cf216f5b14" providerId="LiveId" clId="{D24322D4-50AC-443E-AEB2-B1ED3EE44648}" dt="2024-04-18T04:43:33.438" v="1307"/>
          <ac:spMkLst>
            <pc:docMk/>
            <pc:sldMk cId="3898738801" sldId="304"/>
            <ac:spMk id="3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5A2A4-BE0A-41AD-ADC4-634716D2510E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A4F3B-4E39-44FB-BE2D-D659ECDE8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4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4FD0-3B39-4931-183C-B6068113B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F4177-7B07-9DA4-0CE8-B5810BFF9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D8788-33A0-908C-4A9D-B8BC165F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8A1FC-0DF6-B60E-6C84-FA26328F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DD127-22F5-C45A-CB64-609A735A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84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8158-5C1C-6508-80E9-EEEA0264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91A6-33D5-58B7-DFAF-E47EDDBA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FDA57-4E90-565E-7BC0-39693DBF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6445F-BD78-913F-F930-0D964BD7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E7F5B-7B1A-7096-0128-623E5F50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671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D4D2-D57C-6335-8DA9-593FEB1B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15098-1B2F-EC5A-A191-A53E0529D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3870D-893C-7453-E93E-83D707BD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B8E61-99BE-16E3-0BF9-6F12197A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BB0D3-E2A8-CEB0-A49A-FB4DD6BE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46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4064-590D-655C-641B-D4F193A9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E5FF-84FB-C4AE-E2A3-C7B43B0E4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0C502-9118-8E45-014B-AFAA07230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534C8-EB27-82EE-A945-A3D515BE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2D752-212D-FD6C-C8B0-CD0D3E62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00868-77F7-BE75-8DB1-6598129C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31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8266-C9B8-19F3-6987-86310967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F121-A54C-FB3E-305A-89F6B2A4F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0AA96-5C0B-A4C9-BD1A-EEB7ACA19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E26B3-BA82-D030-EFF1-EC6154400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03AC2-FA69-422D-6830-89F045248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5D526-63BE-E65B-57EC-659A9418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6BEF9-184D-F59A-57BB-758D3762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B98E7-86E3-E7E8-D686-4C56163A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18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31BD-9F7E-F85E-EB54-C0F89C55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86D30-132E-BF61-F9B4-51BF01CC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976D7-0492-6A76-3493-842FA966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D50EC-D98A-61EB-1875-05BAF094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66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EDB3F-52BB-2B51-5281-F07F92F0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9D349-6583-E659-5B4C-D39773DA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8E8F5-A826-904B-7B8B-758B3625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87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2E20-2105-C4A7-8A5B-7284EB3B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93BE-591F-E249-69B4-DF98E32E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6A3CE-1409-A623-EA88-440462B46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1C23E-25F5-C756-5F57-2202F77C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5E438-C02B-2956-E3BB-3DC03D48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4A892-F2CA-9AED-3335-5CA19E69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68AF-0B88-F286-5D61-FD57A2F2C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CD9CFD-8890-DEFD-478E-D85AEDDDB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A411C-1F41-E9F3-8CE1-E34D79040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63138-507B-C267-FDB3-9258E2094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D7415-A359-F445-3187-E42C444F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6CFFA-6B47-3E3D-8551-1EFADC40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8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B183-8277-C51C-E169-CB4EB92E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26553-3767-B1ED-AE49-4DBCC61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C03B-EC16-9044-D8A2-4052AAD5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B3EF-6271-9B38-B546-F6BD84B4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58A8-8935-988F-F62C-4C356B79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5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0BB6A-A158-49CF-3ABF-3C610B150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334FE-D401-89EB-C2E2-6DB305870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2D8D-631F-9B46-A0FD-B28BB88C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7751-FA01-14EC-2960-D6F777BB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8BFA4-E22D-1429-0725-8479EDAD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70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A0BC0-CB3B-9CC7-A17F-49DBAA47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1A54-A59D-D1A7-0ADF-F4420A5A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08444-57DB-ED4E-0BDD-FAD184364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DAF63-F49C-4EA4-958D-348AC6C92D5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B56CF-E8BD-A0E3-866C-4FBA004E0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7AE27-411A-6CBB-B37E-8E4F866B4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B5B00-5DFD-4C07-B28E-E8B3336C0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55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2799-86F5-D2D7-1425-BE876ACCF1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77DC-112D-E195-47DC-6FAD3A7CD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Relational Data Model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08488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BCAB-3019-3EDC-66A4-48401EC9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7609C-EA6E-70C6-75BA-379B7B782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effectLst/>
              </a:rPr>
              <a:t>The </a:t>
            </a:r>
            <a:r>
              <a:rPr lang="en-US" b="1" dirty="0">
                <a:effectLst/>
              </a:rPr>
              <a:t>relational model</a:t>
            </a:r>
            <a:r>
              <a:rPr lang="en-US" dirty="0">
                <a:effectLst/>
              </a:rPr>
              <a:t> is a fundamental concept in </a:t>
            </a:r>
            <a:r>
              <a:rPr lang="en-US" b="1" dirty="0">
                <a:effectLst/>
              </a:rPr>
              <a:t>database management systems (DBMS)</a:t>
            </a:r>
            <a:r>
              <a:rPr lang="en-US" dirty="0">
                <a:effectLst/>
              </a:rPr>
              <a:t>. Let’s delve into its key components and understand how it organizes and manages data:</a:t>
            </a: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relational model, proposed by 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Edgar F. Codd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, represents data using 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tables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(also known as 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relations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). These tables consist of rows (called 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tuples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 and columns (representing 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attributes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Each table has a unique name and corresponds to a specific entity or concept in the database.</a:t>
            </a: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E56C00-2288-3853-DB11-E465F9B11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560408"/>
            <a:ext cx="10307044" cy="5478423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Terminology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Attribute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Attributes define the properties of an entity.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For example, in a table representing students, attributes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could include roll number, name, address, phone, and 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Relation Schema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A relation schema defines the structure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 of a table, specifying its name and attributes. For instance,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 the relation schema for a student table might be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(ROLL_NO, NAME, ADDRESS, PHONE, AGE)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Tuple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Each row in a table is a tuple. In our student table,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each student record is a tuple.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205D-2D81-27A2-56C2-E42B1405D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/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Relation Instance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The set of tuples in a table at a specific moment constitutes a relation instance. It can change due to insertions, deletions, or updates.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Degree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The number of attributes in a relation defines its degree. Our student relation has a degree of 5.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Cardinality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The number of tuples in a relation is its cardinality. Our student relation has a cardinality of 4.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Column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Columns represent the values of a specific attribute. For example, the column “ROLL_NO” contains roll numbers.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NULL Values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When a value is unknown or unavailable, it is represented as NULL (e.g., a student’s phone number might be NULL).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Relation Key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Keys uniquely identify rows or help identify tables.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20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DB563-DBFB-A12F-E739-8F8A7E66F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35"/>
            <a:ext cx="10515600" cy="5587028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Advantages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Efficient Data Management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 relational model organizes data into tables, making it easier to manage, retrieve, and analyze.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Structured Format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Data is structured into rows and columns, facilitating logical organization.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Widely Used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Most current database systems are based on the relational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29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D06D-DAB8-4A72-B573-94FC3354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erdana"/>
              </a:rPr>
              <a:t>Integrity Constraints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A88D-B590-CBD5-471F-09131A53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Integrity constraints are a set of rules. It is used to maintain the quality of information.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Integrity constraints ensure that the data insertion, updating, and other processes have to be performed in such a way that data integrity is not affected.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Thus, integrity constraint is used to guard against accidental damage to the database.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006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B44DBB-77D6-6B82-F6D3-C736532AF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864" y="782218"/>
            <a:ext cx="6933308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Types of Integrity Constraint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050" name="Picture 2" descr="DBMS Integrity Constraints">
            <a:extLst>
              <a:ext uri="{FF2B5EF4-FFF2-40B4-BE49-F238E27FC236}">
                <a16:creationId xmlns:a16="http://schemas.microsoft.com/office/drawing/2014/main" id="{EFEFEE58-F43B-A3E4-5F8B-573BBBB85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81316"/>
            <a:ext cx="8524567" cy="396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991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AF74A-9F79-ACF8-19D4-C0398062F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erdana"/>
              </a:rPr>
              <a:t>1. Domain constraints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Domain constraints can be defined as the definition of a valid set of values for an attribute.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data type of domain includes string, character, integer, time, date, currency, etc. The value of the attribute must be available in the corresponding domain.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EXAMPLE: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72442F-C2E0-D7BD-89E6-D91FF64E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inter-bold"/>
              </a:rPr>
              <a:t>Example: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074" name="Picture 2" descr="DBMS Integrity Constraints">
            <a:extLst>
              <a:ext uri="{FF2B5EF4-FFF2-40B4-BE49-F238E27FC236}">
                <a16:creationId xmlns:a16="http://schemas.microsoft.com/office/drawing/2014/main" id="{503116C9-91DE-4672-3B74-D0154651F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387" y="4186238"/>
            <a:ext cx="5905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70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3F2F-83C7-5024-2F0F-56C05F7E4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304799"/>
            <a:ext cx="10515600" cy="5783673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erdana"/>
              </a:rPr>
              <a:t>2. Entity integrity constraints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entity integrity constraint states that primary key value can't be null.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This is because the primary key value is used to identify individual rows in relation and if the primary key has a null value, then we can't identify those rows.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 table can contain a null value other than the primary key field.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Example: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endParaRPr lang="en-IN" dirty="0"/>
          </a:p>
        </p:txBody>
      </p:sp>
      <p:pic>
        <p:nvPicPr>
          <p:cNvPr id="4098" name="Picture 2" descr="DBMS Integrity Constraints">
            <a:extLst>
              <a:ext uri="{FF2B5EF4-FFF2-40B4-BE49-F238E27FC236}">
                <a16:creationId xmlns:a16="http://schemas.microsoft.com/office/drawing/2014/main" id="{72256A9E-89AB-9BB6-4A5D-DEE903753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749" y="3844413"/>
            <a:ext cx="6685936" cy="237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33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3EAC-007D-E1FD-6A0A-77666D7C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216311"/>
            <a:ext cx="10515600" cy="5773840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erdana"/>
              </a:rPr>
              <a:t>3. Referential Integrity Constraints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 referential integrity constraint is specified between two tables.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the Referential integrity constraints, if a foreign key in Table 1 refers to the Primary Key of Table 2, then every value of the Foreign Key in Table 1 must be null or be available in Table 2.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 descr="DBMS Integrity Constraints">
            <a:extLst>
              <a:ext uri="{FF2B5EF4-FFF2-40B4-BE49-F238E27FC236}">
                <a16:creationId xmlns:a16="http://schemas.microsoft.com/office/drawing/2014/main" id="{FCB554D1-0D52-56D5-5415-3EF536C54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027" y="2495242"/>
            <a:ext cx="6538450" cy="399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65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6D470-C5A1-F175-31F4-EB41AF8F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93" y="334296"/>
            <a:ext cx="10515600" cy="5842666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erdana"/>
              </a:rPr>
              <a:t>4. Key constraints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Keys are the entity set that is used to identify an entity within its entity set uniquely.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An entity set can have multiple keys, but out of which one key will be the primary key. A primary key can contain a unique and null value in the relational table.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  <p:pic>
        <p:nvPicPr>
          <p:cNvPr id="6146" name="Picture 2" descr="DBMS Integrity Constraints">
            <a:extLst>
              <a:ext uri="{FF2B5EF4-FFF2-40B4-BE49-F238E27FC236}">
                <a16:creationId xmlns:a16="http://schemas.microsoft.com/office/drawing/2014/main" id="{C5BB4174-1A36-25A8-911A-4C939FB98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545" y="3631022"/>
            <a:ext cx="5188668" cy="226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87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2BB4-7FE9-0513-A97D-10F65786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rdana"/>
              </a:rPr>
              <a:t>Relational Algebra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9C87-F7B0-9292-1B2B-EC87E837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Relational algebra is a procedural query language. It gives a step by step process to obtain the result of the query. It uses operators to perform queries.</a:t>
            </a:r>
          </a:p>
          <a:p>
            <a:pPr algn="just"/>
            <a:r>
              <a:rPr lang="en-US" b="0" i="0" dirty="0">
                <a:effectLst/>
                <a:latin typeface="erdana"/>
              </a:rPr>
              <a:t>Types of Relational operation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4" name="AutoShape 2" descr="DBMS Relational Algebra">
            <a:extLst>
              <a:ext uri="{FF2B5EF4-FFF2-40B4-BE49-F238E27FC236}">
                <a16:creationId xmlns:a16="http://schemas.microsoft.com/office/drawing/2014/main" id="{3F9A7BA5-8354-08AD-9317-4F1C6F98CD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2" name="Picture 4" descr="DBMS Relational Algebra">
            <a:extLst>
              <a:ext uri="{FF2B5EF4-FFF2-40B4-BE49-F238E27FC236}">
                <a16:creationId xmlns:a16="http://schemas.microsoft.com/office/drawing/2014/main" id="{CC909223-ABCF-552E-BC8F-6BCB293F8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427" y="3716337"/>
            <a:ext cx="7059560" cy="277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7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9F6B-E011-23D7-2B44-BCCDF3C7F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518202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erdana"/>
              </a:rPr>
              <a:t>1. Select Operation: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The select operation selects tuples that satisfy a given predicate.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It is denoted by sigma (σ).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inter-regular"/>
            </a:endParaRPr>
          </a:p>
          <a:p>
            <a:pPr marL="0" indent="0">
              <a:buNone/>
            </a:pP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Notation:  </a:t>
            </a:r>
            <a:r>
              <a:rPr lang="el-GR" b="0" i="0" dirty="0">
                <a:solidFill>
                  <a:srgbClr val="000000"/>
                </a:solidFill>
                <a:effectLst/>
                <a:latin typeface="inter-regular"/>
              </a:rPr>
              <a:t>σ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p(r)  </a:t>
            </a:r>
          </a:p>
          <a:p>
            <a:pPr marL="0" indent="0">
              <a:buNone/>
            </a:pPr>
            <a:r>
              <a:rPr lang="el-GR" b="0" i="0" dirty="0">
                <a:solidFill>
                  <a:srgbClr val="000000"/>
                </a:solidFill>
                <a:effectLst/>
                <a:latin typeface="inter-regular"/>
              </a:rPr>
              <a:t>σ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: is used for selection prediction</a:t>
            </a:r>
            <a:b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</a:b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r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is used for relation</a:t>
            </a:r>
            <a:b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</a:b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p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:is used as a propositional logic formula which may use connectors like: AND OR and NOT. These relational can use as relational operators like =, ≠, ≥, &lt;, &gt;, ≤.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43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DD827E-FA1B-01C4-0D87-8C3043EA99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4925"/>
            <a:ext cx="9757528" cy="640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 example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σ</a:t>
            </a:r>
            <a:r>
              <a:rPr kumimoji="0" lang="en-US" altLang="en-US" sz="32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subject</a:t>
            </a:r>
            <a:r>
              <a:rPr kumimoji="0" lang="en-US" altLang="en-US" sz="3200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= "database"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(Books)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Selects tuples from books where subject is 'database'.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σ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subject</a:t>
            </a:r>
            <a:r>
              <a:rPr kumimoji="0" lang="en-US" altLang="en-US" sz="3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= "database" and price = "450"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(Books)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Selects tuples from books where subject is 'database' and 'price' is 450.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σ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subject</a:t>
            </a:r>
            <a:r>
              <a:rPr kumimoji="0" lang="en-US" altLang="en-US" sz="3200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= "database" and price = "450" or year &gt; "2010"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(Books)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Selects tuples from books where subject is 'database' and 'price' is 450 or those books published after 2010.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Select * from books where subject=‘database’ and price=450 or year&gt;’2010’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629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ED98C8-8C19-5941-084A-4BB1029F4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703980"/>
            <a:ext cx="1103071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2.Project Operation (∏):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It projects column(s) that satisfy a given predicate.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Notation − ∏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A1, A2, 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(r)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Where A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A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, A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are attribute names of relation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Duplicate rows are automatically eliminated, as relation is a set.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 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∏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subject, 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(Books)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Selects and projects columns named as subject and author from the relation 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SQL Query: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Select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distinct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subject,author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 from books;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69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D81909C-19F0-64AC-01AE-8EC329848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448052"/>
            <a:ext cx="10794476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3.Union Operation (∪)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It performs binary union between two given relations and is defined as −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r ∪ s = { t | t ∈ r or t ∈ s}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Notation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r U 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Where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are either database relations or relation result set (temporary relation).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 a union operation to be valid, the following conditions must hold −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must have the same number of attributes.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Attribute domains must be compatible.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Duplicate tuples are automatically eliminated.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∏ 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(Books) ∪ ∏ 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(Articles)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Projects the names of the authors who have either written a book or an article or both.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2408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51AC7-658E-24D8-AA14-48C282B2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752"/>
            <a:ext cx="10515600" cy="58752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Select author from books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UNION</a:t>
            </a:r>
            <a:r>
              <a:rPr lang="en-US" dirty="0">
                <a:highlight>
                  <a:srgbClr val="FFFF00"/>
                </a:highlight>
              </a:rPr>
              <a:t> select author from articles;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dirty="0">
                <a:highlight>
                  <a:srgbClr val="FF0000"/>
                </a:highlight>
              </a:rPr>
              <a:t>UNION</a:t>
            </a:r>
            <a:r>
              <a:rPr lang="en-IN" dirty="0"/>
              <a:t> operator selects only distinct values by default.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 allow duplicate values use </a:t>
            </a:r>
            <a:r>
              <a:rPr lang="en-IN" dirty="0">
                <a:highlight>
                  <a:srgbClr val="FF0000"/>
                </a:highlight>
              </a:rPr>
              <a:t>UNION ALL.</a:t>
            </a:r>
          </a:p>
          <a:p>
            <a:pPr marL="0" indent="0">
              <a:buNone/>
            </a:pPr>
            <a:endParaRPr lang="en-IN" dirty="0">
              <a:highlight>
                <a:srgbClr val="FF000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Select author from books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UNION ALL </a:t>
            </a:r>
            <a:r>
              <a:rPr lang="en-US" dirty="0">
                <a:highlight>
                  <a:srgbClr val="FFFF00"/>
                </a:highlight>
              </a:rPr>
              <a:t>select author from articles;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7279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3576366-AA6C-7949-4855-018C63E17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52024"/>
            <a:ext cx="10511672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4.Set Difference (−)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The result of set difference operation is tuples, which are present in one relation but are not in the second relation.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Notation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Finds all the tuples that are present in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but not in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∏ 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(Books) − ∏ 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author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(Articles)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Provides the name of authors who have written books but not articles.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Select author from books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MINUS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 select author from article;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highlight>
                <a:srgbClr val="FFFF00"/>
              </a:highlight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7456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84BF046-0CD2-EDDB-BEE0-176269010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9534"/>
            <a:ext cx="10634221" cy="611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5.Cartesian Product (Χ)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The CARTESIAN JOIN is also known as CROSS JOIN. In a CARTESIAN JOIN there is a join for each row of one table to every row of another table. This usually happens when the matching column or WHERE condition is not specified. In the absence of a WHERE condition the CARTESIAN JOIN will behave like a CARTESIAN PRODUCT . i.e., the number of rows in the result-set is the product of the number of rows of the two tables.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In the presence of WHERE condition this JOIN will function like a INNER JOIN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Combines information of two different relations into one.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Notation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r Χ 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Where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are relations and their output will be defined as −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r Χ s = { q t | q ∈ r and t ∈ 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σ</a:t>
            </a:r>
            <a:r>
              <a:rPr kumimoji="0" lang="en-US" altLang="en-US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author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= ‘</a:t>
            </a:r>
            <a:r>
              <a:rPr kumimoji="0" lang="en-US" altLang="en-US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rames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</a:t>
            </a:r>
            <a:r>
              <a:rPr kumimoji="0" lang="en-US" altLang="en-US" b="0" i="0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elmasri</a:t>
            </a:r>
            <a:r>
              <a:rPr kumimoji="0" lang="en-US" altLang="en-US" b="0" i="0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(Books Χ Articles)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1899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16AF-97F9-DD89-A1CB-A51B91963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04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− Yields a relation, which shows all the books and articles written by ‘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rames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elmasri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’.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Example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Select * from books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lt"/>
              </a:rPr>
              <a:t>CROSS JOIN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articles where author=‘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rames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almasri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’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850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37711-FD93-9A2C-5CE4-566256D3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648"/>
            <a:ext cx="10515600" cy="5564315"/>
          </a:xfrm>
        </p:spPr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6.Rename Operation (ρ)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results of relational algebra are also relations but without any name. The rename operation allows us to rename the output relation. 'rename' operation is denoted with small Greek letter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rho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ρ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</a:rPr>
              <a:t>Notation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−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ρ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baseline="-25000" dirty="0">
                <a:solidFill>
                  <a:srgbClr val="000000"/>
                </a:solidFill>
                <a:effectLst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(E)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Where the result of expression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is saved with name of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Alter table books 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rename</a:t>
            </a:r>
            <a:r>
              <a:rPr lang="en-IN" dirty="0">
                <a:highlight>
                  <a:srgbClr val="FFFF00"/>
                </a:highlight>
              </a:rPr>
              <a:t> to </a:t>
            </a:r>
            <a:r>
              <a:rPr lang="en-IN" dirty="0" err="1">
                <a:highlight>
                  <a:srgbClr val="FFFF00"/>
                </a:highlight>
              </a:rPr>
              <a:t>Subject_Books</a:t>
            </a:r>
            <a:r>
              <a:rPr lang="en-IN" dirty="0">
                <a:highlight>
                  <a:srgbClr val="FFFF00"/>
                </a:highlight>
              </a:rPr>
              <a:t> varchar(145);</a:t>
            </a:r>
          </a:p>
        </p:txBody>
      </p:sp>
    </p:spTree>
    <p:extLst>
      <p:ext uri="{BB962C8B-B14F-4D97-AF65-F5344CB8AC3E}">
        <p14:creationId xmlns:p14="http://schemas.microsoft.com/office/powerpoint/2010/main" val="2692246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DF3-1DAA-C242-4F11-E001F9B3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</a:t>
            </a:r>
            <a:r>
              <a:rPr lang="en-IN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Dependancy</a:t>
            </a:r>
            <a:endParaRPr lang="en-IN" dirty="0"/>
          </a:p>
        </p:txBody>
      </p:sp>
      <p:pic>
        <p:nvPicPr>
          <p:cNvPr id="165" name="Google Shape;165;p9" descr="FD1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494503"/>
            <a:ext cx="10515600" cy="5102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315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0" descr="FD2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37652" y="393290"/>
            <a:ext cx="10697496" cy="48240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19E552-9D7B-6DEE-34D0-11BD12AFF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96553"/>
              </p:ext>
            </p:extLst>
          </p:nvPr>
        </p:nvGraphicFramePr>
        <p:xfrm>
          <a:off x="661220" y="5011277"/>
          <a:ext cx="2178378" cy="11322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43466">
                  <a:extLst>
                    <a:ext uri="{9D8B030D-6E8A-4147-A177-3AD203B41FA5}">
                      <a16:colId xmlns:a16="http://schemas.microsoft.com/office/drawing/2014/main" val="3789340447"/>
                    </a:ext>
                  </a:extLst>
                </a:gridCol>
                <a:gridCol w="1234912">
                  <a:extLst>
                    <a:ext uri="{9D8B030D-6E8A-4147-A177-3AD203B41FA5}">
                      <a16:colId xmlns:a16="http://schemas.microsoft.com/office/drawing/2014/main" val="2308803035"/>
                    </a:ext>
                  </a:extLst>
                </a:gridCol>
              </a:tblGrid>
              <a:tr h="3918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S_ID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 err="1"/>
                        <a:t>S_name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897976839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Ram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90575131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Varun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432256377"/>
                  </a:ext>
                </a:extLst>
              </a:tr>
            </a:tbl>
          </a:graphicData>
        </a:graphic>
      </p:graphicFrame>
      <p:graphicFrame>
        <p:nvGraphicFramePr>
          <p:cNvPr id="173" name="Google Shape;173;p10"/>
          <p:cNvGraphicFramePr/>
          <p:nvPr>
            <p:extLst>
              <p:ext uri="{D42A27DB-BD31-4B8C-83A1-F6EECF244321}">
                <p14:modId xmlns:p14="http://schemas.microsoft.com/office/powerpoint/2010/main" val="2726163754"/>
              </p:ext>
            </p:extLst>
          </p:nvPr>
        </p:nvGraphicFramePr>
        <p:xfrm>
          <a:off x="3762235" y="5046260"/>
          <a:ext cx="2455822" cy="10973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27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 err="1"/>
                        <a:t>S_Id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S_name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Ram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Ram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" name="Google Shape;174;p10"/>
          <p:cNvGraphicFramePr/>
          <p:nvPr>
            <p:extLst>
              <p:ext uri="{D42A27DB-BD31-4B8C-83A1-F6EECF244321}">
                <p14:modId xmlns:p14="http://schemas.microsoft.com/office/powerpoint/2010/main" val="336466335"/>
              </p:ext>
            </p:extLst>
          </p:nvPr>
        </p:nvGraphicFramePr>
        <p:xfrm>
          <a:off x="7140694" y="5046260"/>
          <a:ext cx="2455822" cy="10973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27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 err="1"/>
                        <a:t>S_Id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 err="1"/>
                        <a:t>S_name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Ram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Ram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402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F4A4-9B11-8F52-0C66-B5307FDC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D0DF-A37A-2168-F57B-0C07D4E1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180;p11" descr="FD3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125" y="364490"/>
            <a:ext cx="11422380" cy="5944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243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1E42-C692-FA9E-8238-8454346D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1642-1848-DA5E-742D-0855B4381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86" name="Google Shape;186;p12" descr="FD4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7375" y="642620"/>
            <a:ext cx="10648315" cy="54222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6110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0F39F-2526-B730-63DA-C3E440E3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2" name="Google Shape;192;p13" descr="FD5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570270" y="481781"/>
            <a:ext cx="10953135" cy="5407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3539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3151-FBA4-67D2-9AF5-AE5E9397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8" name="Google Shape;198;p14" descr="FD6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366684" y="1081547"/>
            <a:ext cx="9311148" cy="5338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2480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D777-7677-1242-D061-A50F51F0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4" name="Google Shape;204;p15" descr="FD7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14400" y="943897"/>
            <a:ext cx="10038735" cy="5024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488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D36A-AD63-D8C2-B1B2-48B1F0A9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0" name="Google Shape;210;p16" descr="FD8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327355" y="1111044"/>
            <a:ext cx="9183329" cy="5063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2338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98C7-400C-35D1-AF1E-F022102F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6" name="Google Shape;216;p17" descr="FD9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219200" y="845574"/>
            <a:ext cx="9006348" cy="5358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6536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F75C-50E9-A42F-E946-BE9AB4C3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22" name="Google Shape;222;p18" descr="FD10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406013" y="1219200"/>
            <a:ext cx="9488129" cy="5122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966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0ACE5-1178-0A47-A4DD-279CBCBC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28" name="Google Shape;228;p19" descr="FD11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238864" y="1317523"/>
            <a:ext cx="10648335" cy="5034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668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F194-732B-A50E-B8BA-FC28ED93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34" name="Google Shape;234;p20" descr="FD12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160207" y="619432"/>
            <a:ext cx="9920748" cy="5211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732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B6E1-8DAB-485D-8F37-43733E02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40" name="Google Shape;240;p21" descr="FD13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042219" y="186814"/>
            <a:ext cx="9665110" cy="57420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5802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F9C8-6341-7968-0EEF-EF0F49E0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46" name="Google Shape;246;p22" descr="FD14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53729" y="943897"/>
            <a:ext cx="10068232" cy="5053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755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874E-6C0D-4C93-7DC0-59A7E02C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52" name="Google Shape;252;p23" descr="FD15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83226" y="589935"/>
            <a:ext cx="9655277" cy="5902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9731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76D3-F6CD-EB94-DFA7-9348D820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Armstrong's axioms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40E7-B360-127F-FE5C-6FB929C63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Armstrong's axioms are the basic inference rule.</a:t>
            </a:r>
            <a:endParaRPr lang="en-US" dirty="0"/>
          </a:p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2.Armstrong's axioms are used to conclude functional dependencies on a relational database.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3.The inference rule is a type of assertion. It can apply to a set of FD(functional dependency) to derive other FD.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4.Using the inference rule, we can derive additional functional dependency from the initial set.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457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>
            <a:spLocks/>
          </p:cNvSpPr>
          <p:nvPr/>
        </p:nvSpPr>
        <p:spPr>
          <a:xfrm>
            <a:off x="690717" y="1665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3110"/>
              <a:buFont typeface="Times New Roman"/>
              <a:buNone/>
            </a:pPr>
            <a:r>
              <a:rPr lang="en-US" sz="311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Functional dependency has 6 types of inference rule:</a:t>
            </a:r>
            <a:br>
              <a:rPr lang="en-US" dirty="0"/>
            </a:br>
            <a:endParaRPr lang="en-US" dirty="0"/>
          </a:p>
        </p:txBody>
      </p:sp>
      <p:sp>
        <p:nvSpPr>
          <p:cNvPr id="346" name="Google Shape;346;p38"/>
          <p:cNvSpPr txBox="1"/>
          <p:nvPr/>
        </p:nvSpPr>
        <p:spPr>
          <a:xfrm>
            <a:off x="1080135" y="1228725"/>
            <a:ext cx="9219565" cy="479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Reflexive Rule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reflexive rule, if Y is a subset of X, then X determines 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⊇ Y then X  →    Y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{a, b, c, d, e}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{a, b, c}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3340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5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2.Augmentation Rule</a:t>
            </a:r>
            <a:r>
              <a:rPr lang="en-IN"/>
              <a:t> </a:t>
            </a:r>
            <a:endParaRPr/>
          </a:p>
        </p:txBody>
      </p:sp>
      <p:sp>
        <p:nvSpPr>
          <p:cNvPr id="352" name="Google Shape;352;p39"/>
          <p:cNvSpPr txBox="1"/>
          <p:nvPr/>
        </p:nvSpPr>
        <p:spPr>
          <a:xfrm>
            <a:off x="1026160" y="2125980"/>
            <a:ext cx="10062210" cy="304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augmentation is also called as a partial dependency. In augmentation, if X determines Y, then XZ determines YZ for any Z.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   →  Y then XZ   →   YZ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R(ABCD),  if A   →   B then AC  →   BC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3208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3.Transitive Rule </a:t>
            </a:r>
            <a:br>
              <a:rPr lang="en-IN"/>
            </a:br>
            <a:endParaRPr/>
          </a:p>
        </p:txBody>
      </p:sp>
      <p:sp>
        <p:nvSpPr>
          <p:cNvPr id="358" name="Google Shape;358;p40"/>
          <p:cNvSpPr txBox="1"/>
          <p:nvPr/>
        </p:nvSpPr>
        <p:spPr>
          <a:xfrm>
            <a:off x="551815" y="1758315"/>
            <a:ext cx="919353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transitive rule, if X determines Y and Y determine Z, then X must also determine Z.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  →   Y and Y  →  Z then X  →   Z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  <p:sp>
        <p:nvSpPr>
          <p:cNvPr id="2" name="Google Shape;357;p40"/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3.Transitive Rule </a:t>
            </a:r>
            <a:br>
              <a:rPr lang="en-IN"/>
            </a:br>
            <a:endParaRPr/>
          </a:p>
        </p:txBody>
      </p:sp>
      <p:sp>
        <p:nvSpPr>
          <p:cNvPr id="3" name="Google Shape;358;p40"/>
          <p:cNvSpPr txBox="1"/>
          <p:nvPr/>
        </p:nvSpPr>
        <p:spPr>
          <a:xfrm>
            <a:off x="551815" y="1758315"/>
            <a:ext cx="919353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transitive rule, if X determines Y and Y determine Z, then X must also determine Z.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  →   Y and Y  →  Z then X  →   Z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4095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>
            <a:spLocks noGrp="1"/>
          </p:cNvSpPr>
          <p:nvPr>
            <p:ph type="title"/>
          </p:nvPr>
        </p:nvSpPr>
        <p:spPr>
          <a:xfrm>
            <a:off x="838200" y="646430"/>
            <a:ext cx="10515600" cy="5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4.Union Rule </a:t>
            </a:r>
            <a:br>
              <a:rPr lang="en-IN"/>
            </a:br>
            <a:endParaRPr/>
          </a:p>
        </p:txBody>
      </p:sp>
      <p:sp>
        <p:nvSpPr>
          <p:cNvPr id="364" name="Google Shape;364;p41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/>
          </a:p>
          <a:p>
            <a:pPr>
              <a:buClr>
                <a:schemeClr val="dk1"/>
              </a:buClr>
              <a:buSzPts val="280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Union rule says, if X determines Y and X determines Z, then X must also determine Y and Z.</a:t>
            </a:r>
            <a:endParaRPr lang="en-US"/>
          </a:p>
          <a:p>
            <a:pPr indent="-50800">
              <a:buClr>
                <a:schemeClr val="dk1"/>
              </a:buClr>
              <a:buSzPts val="2800"/>
              <a:buFont typeface="Arial" panose="020B0604020202020204" pitchFamily="34" charset="0"/>
              <a:buNone/>
            </a:pPr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X    →  Y and X   →  Z then X  →    YZ   </a:t>
            </a:r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55762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5.Decomposition Rule </a:t>
            </a:r>
            <a:br>
              <a:rPr lang="en-IN" dirty="0"/>
            </a:br>
            <a:endParaRPr dirty="0"/>
          </a:p>
        </p:txBody>
      </p:sp>
      <p:sp>
        <p:nvSpPr>
          <p:cNvPr id="370" name="Google Shape;370;p42"/>
          <p:cNvSpPr txBox="1"/>
          <p:nvPr/>
        </p:nvSpPr>
        <p:spPr>
          <a:xfrm>
            <a:off x="993775" y="2061210"/>
            <a:ext cx="9370695" cy="295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Decomposition rule is also known as project rule. It is the reverse of union rule.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Rule says, if X determines Y and Z, then X determines Y and X determines Z separately.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  →   YZ then X   →   Y and X  →    Z  </a:t>
            </a: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9419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6.Pseudo transitive Rule </a:t>
            </a:r>
            <a:br>
              <a:rPr lang="en-IN"/>
            </a:b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972185" y="2169160"/>
            <a:ext cx="10030460" cy="184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Pseudo transitive Rule, if X determines Y and YZ determines W, then XZ determines 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  →   Y and YZ   →   W then XZ   →   W  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873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6767</TotalTime>
  <Words>1987</Words>
  <Application>Microsoft Office PowerPoint</Application>
  <PresentationFormat>Widescreen</PresentationFormat>
  <Paragraphs>202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-apple-system</vt:lpstr>
      <vt:lpstr>Arial</vt:lpstr>
      <vt:lpstr>Arial Unicode MS</vt:lpstr>
      <vt:lpstr>Calibri</vt:lpstr>
      <vt:lpstr>Calibri Light</vt:lpstr>
      <vt:lpstr>erdana</vt:lpstr>
      <vt:lpstr>inter-bold</vt:lpstr>
      <vt:lpstr>inter-regular</vt:lpstr>
      <vt:lpstr>Nunito</vt:lpstr>
      <vt:lpstr>Times New Roman</vt:lpstr>
      <vt:lpstr>Office Theme</vt:lpstr>
      <vt:lpstr>Module 4</vt:lpstr>
      <vt:lpstr>Relational model</vt:lpstr>
      <vt:lpstr>PowerPoint Presentation</vt:lpstr>
      <vt:lpstr>PowerPoint Presentation</vt:lpstr>
      <vt:lpstr>PowerPoint Presentation</vt:lpstr>
      <vt:lpstr>Integrity Constraints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Relational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Functional Dependancy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Armstrong's axioms</vt:lpstr>
      <vt:lpstr>PowerPoint Presentation</vt:lpstr>
      <vt:lpstr>2.Augmentation Rule </vt:lpstr>
      <vt:lpstr>3.Transitive Rule  </vt:lpstr>
      <vt:lpstr>4.Union Rule  </vt:lpstr>
      <vt:lpstr>5.Decomposition Rule  </vt:lpstr>
      <vt:lpstr>6.Pseudo transitive Rule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priyankarukesh@gmail.com</dc:creator>
  <cp:lastModifiedBy>priyankarukesh@gmail.com</cp:lastModifiedBy>
  <cp:revision>1</cp:revision>
  <dcterms:created xsi:type="dcterms:W3CDTF">2024-04-04T03:41:59Z</dcterms:created>
  <dcterms:modified xsi:type="dcterms:W3CDTF">2024-04-18T04:43:38Z</dcterms:modified>
</cp:coreProperties>
</file>