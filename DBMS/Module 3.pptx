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7" r:id="rId39"/>
    <p:sldId id="298" r:id="rId40"/>
    <p:sldId id="299" r:id="rId41"/>
    <p:sldId id="300" r:id="rId42"/>
    <p:sldId id="293" r:id="rId43"/>
    <p:sldId id="296" r:id="rId44"/>
    <p:sldId id="294" r:id="rId45"/>
    <p:sldId id="301" r:id="rId46"/>
    <p:sldId id="302" r:id="rId47"/>
    <p:sldId id="303" r:id="rId48"/>
    <p:sldId id="304" r:id="rId49"/>
    <p:sldId id="305" r:id="rId50"/>
    <p:sldId id="306" r:id="rId51"/>
    <p:sldId id="307" r:id="rId52"/>
    <p:sldId id="308" r:id="rId53"/>
    <p:sldId id="309"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234BA-2751-40C0-BA6B-F64C76FBC314}" v="99" dt="2024-04-01T04:14:36.1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rukesh@gmail.com" userId="c25336cf216f5b14" providerId="LiveId" clId="{290234BA-2751-40C0-BA6B-F64C76FBC314}"/>
    <pc:docChg chg="undo redo custSel addSld delSld modSld">
      <pc:chgData name="priyankarukesh@gmail.com" userId="c25336cf216f5b14" providerId="LiveId" clId="{290234BA-2751-40C0-BA6B-F64C76FBC314}" dt="2024-04-01T04:15:29.393" v="2790" actId="1035"/>
      <pc:docMkLst>
        <pc:docMk/>
      </pc:docMkLst>
      <pc:sldChg chg="modSp new mod">
        <pc:chgData name="priyankarukesh@gmail.com" userId="c25336cf216f5b14" providerId="LiveId" clId="{290234BA-2751-40C0-BA6B-F64C76FBC314}" dt="2024-03-26T09:35:46.961" v="11" actId="27636"/>
        <pc:sldMkLst>
          <pc:docMk/>
          <pc:sldMk cId="2129602779" sldId="272"/>
        </pc:sldMkLst>
        <pc:spChg chg="mod">
          <ac:chgData name="priyankarukesh@gmail.com" userId="c25336cf216f5b14" providerId="LiveId" clId="{290234BA-2751-40C0-BA6B-F64C76FBC314}" dt="2024-03-26T09:34:13.349" v="1"/>
          <ac:spMkLst>
            <pc:docMk/>
            <pc:sldMk cId="2129602779" sldId="272"/>
            <ac:spMk id="2" creationId="{50CB2926-FF16-C022-5988-A55D48F909A1}"/>
          </ac:spMkLst>
        </pc:spChg>
        <pc:spChg chg="mod">
          <ac:chgData name="priyankarukesh@gmail.com" userId="c25336cf216f5b14" providerId="LiveId" clId="{290234BA-2751-40C0-BA6B-F64C76FBC314}" dt="2024-03-26T09:35:46.961" v="11" actId="27636"/>
          <ac:spMkLst>
            <pc:docMk/>
            <pc:sldMk cId="2129602779" sldId="272"/>
            <ac:spMk id="3" creationId="{8A4A003E-802F-F4FF-1172-557E41A54B79}"/>
          </ac:spMkLst>
        </pc:spChg>
      </pc:sldChg>
      <pc:sldChg chg="delSp modSp new mod">
        <pc:chgData name="priyankarukesh@gmail.com" userId="c25336cf216f5b14" providerId="LiveId" clId="{290234BA-2751-40C0-BA6B-F64C76FBC314}" dt="2024-03-26T09:36:20.754" v="18" actId="20577"/>
        <pc:sldMkLst>
          <pc:docMk/>
          <pc:sldMk cId="3469063462" sldId="273"/>
        </pc:sldMkLst>
        <pc:spChg chg="del">
          <ac:chgData name="priyankarukesh@gmail.com" userId="c25336cf216f5b14" providerId="LiveId" clId="{290234BA-2751-40C0-BA6B-F64C76FBC314}" dt="2024-03-26T09:35:55.918" v="13" actId="478"/>
          <ac:spMkLst>
            <pc:docMk/>
            <pc:sldMk cId="3469063462" sldId="273"/>
            <ac:spMk id="2" creationId="{CF0C5C6B-D1BA-B072-0F2F-D02DF0C226D0}"/>
          </ac:spMkLst>
        </pc:spChg>
        <pc:spChg chg="mod">
          <ac:chgData name="priyankarukesh@gmail.com" userId="c25336cf216f5b14" providerId="LiveId" clId="{290234BA-2751-40C0-BA6B-F64C76FBC314}" dt="2024-03-26T09:36:20.754" v="18" actId="20577"/>
          <ac:spMkLst>
            <pc:docMk/>
            <pc:sldMk cId="3469063462" sldId="273"/>
            <ac:spMk id="3" creationId="{F6C60B42-7344-602B-9C24-D2E29E76568B}"/>
          </ac:spMkLst>
        </pc:spChg>
      </pc:sldChg>
      <pc:sldChg chg="modSp new mod">
        <pc:chgData name="priyankarukesh@gmail.com" userId="c25336cf216f5b14" providerId="LiveId" clId="{290234BA-2751-40C0-BA6B-F64C76FBC314}" dt="2024-03-26T09:43:53.099" v="26" actId="5793"/>
        <pc:sldMkLst>
          <pc:docMk/>
          <pc:sldMk cId="2418606024" sldId="274"/>
        </pc:sldMkLst>
        <pc:spChg chg="mod">
          <ac:chgData name="priyankarukesh@gmail.com" userId="c25336cf216f5b14" providerId="LiveId" clId="{290234BA-2751-40C0-BA6B-F64C76FBC314}" dt="2024-03-26T09:43:12.434" v="22"/>
          <ac:spMkLst>
            <pc:docMk/>
            <pc:sldMk cId="2418606024" sldId="274"/>
            <ac:spMk id="2" creationId="{DBDBA665-C556-65B3-7FDE-AE1B283A7F6C}"/>
          </ac:spMkLst>
        </pc:spChg>
        <pc:spChg chg="mod">
          <ac:chgData name="priyankarukesh@gmail.com" userId="c25336cf216f5b14" providerId="LiveId" clId="{290234BA-2751-40C0-BA6B-F64C76FBC314}" dt="2024-03-26T09:43:53.099" v="26" actId="5793"/>
          <ac:spMkLst>
            <pc:docMk/>
            <pc:sldMk cId="2418606024" sldId="274"/>
            <ac:spMk id="3" creationId="{CA44EDF3-A6F3-E8FB-95AB-DD87DC1DB531}"/>
          </ac:spMkLst>
        </pc:spChg>
      </pc:sldChg>
      <pc:sldChg chg="modSp new mod">
        <pc:chgData name="priyankarukesh@gmail.com" userId="c25336cf216f5b14" providerId="LiveId" clId="{290234BA-2751-40C0-BA6B-F64C76FBC314}" dt="2024-03-26T09:47:18.437" v="44" actId="20577"/>
        <pc:sldMkLst>
          <pc:docMk/>
          <pc:sldMk cId="3469210223" sldId="275"/>
        </pc:sldMkLst>
        <pc:spChg chg="mod">
          <ac:chgData name="priyankarukesh@gmail.com" userId="c25336cf216f5b14" providerId="LiveId" clId="{290234BA-2751-40C0-BA6B-F64C76FBC314}" dt="2024-03-26T09:46:34.120" v="33" actId="6549"/>
          <ac:spMkLst>
            <pc:docMk/>
            <pc:sldMk cId="3469210223" sldId="275"/>
            <ac:spMk id="2" creationId="{3FBB1AC6-2B03-9BF3-231D-38F4E2B91CA3}"/>
          </ac:spMkLst>
        </pc:spChg>
        <pc:spChg chg="mod">
          <ac:chgData name="priyankarukesh@gmail.com" userId="c25336cf216f5b14" providerId="LiveId" clId="{290234BA-2751-40C0-BA6B-F64C76FBC314}" dt="2024-03-26T09:47:18.437" v="44" actId="20577"/>
          <ac:spMkLst>
            <pc:docMk/>
            <pc:sldMk cId="3469210223" sldId="275"/>
            <ac:spMk id="3" creationId="{2365E009-7BCD-0612-8574-83577055E736}"/>
          </ac:spMkLst>
        </pc:spChg>
      </pc:sldChg>
      <pc:sldChg chg="delSp modSp new mod">
        <pc:chgData name="priyankarukesh@gmail.com" userId="c25336cf216f5b14" providerId="LiveId" clId="{290234BA-2751-40C0-BA6B-F64C76FBC314}" dt="2024-03-26T09:55:25.115" v="57" actId="27636"/>
        <pc:sldMkLst>
          <pc:docMk/>
          <pc:sldMk cId="3207550016" sldId="276"/>
        </pc:sldMkLst>
        <pc:spChg chg="del">
          <ac:chgData name="priyankarukesh@gmail.com" userId="c25336cf216f5b14" providerId="LiveId" clId="{290234BA-2751-40C0-BA6B-F64C76FBC314}" dt="2024-03-26T09:55:02.736" v="48" actId="478"/>
          <ac:spMkLst>
            <pc:docMk/>
            <pc:sldMk cId="3207550016" sldId="276"/>
            <ac:spMk id="2" creationId="{DE4EC063-0583-454B-498B-97FD3AEB9154}"/>
          </ac:spMkLst>
        </pc:spChg>
        <pc:spChg chg="mod">
          <ac:chgData name="priyankarukesh@gmail.com" userId="c25336cf216f5b14" providerId="LiveId" clId="{290234BA-2751-40C0-BA6B-F64C76FBC314}" dt="2024-03-26T09:55:25.115" v="57" actId="27636"/>
          <ac:spMkLst>
            <pc:docMk/>
            <pc:sldMk cId="3207550016" sldId="276"/>
            <ac:spMk id="3" creationId="{F1005716-ADE2-75E2-77C3-837BA99A31C9}"/>
          </ac:spMkLst>
        </pc:spChg>
      </pc:sldChg>
      <pc:sldChg chg="modSp new mod">
        <pc:chgData name="priyankarukesh@gmail.com" userId="c25336cf216f5b14" providerId="LiveId" clId="{290234BA-2751-40C0-BA6B-F64C76FBC314}" dt="2024-03-28T03:53:09.904" v="80" actId="113"/>
        <pc:sldMkLst>
          <pc:docMk/>
          <pc:sldMk cId="1732941676" sldId="277"/>
        </pc:sldMkLst>
        <pc:spChg chg="mod">
          <ac:chgData name="priyankarukesh@gmail.com" userId="c25336cf216f5b14" providerId="LiveId" clId="{290234BA-2751-40C0-BA6B-F64C76FBC314}" dt="2024-03-26T10:13:51.139" v="63"/>
          <ac:spMkLst>
            <pc:docMk/>
            <pc:sldMk cId="1732941676" sldId="277"/>
            <ac:spMk id="2" creationId="{12251D1D-00BF-AB47-C11E-20C2FF7E0EEE}"/>
          </ac:spMkLst>
        </pc:spChg>
        <pc:spChg chg="mod">
          <ac:chgData name="priyankarukesh@gmail.com" userId="c25336cf216f5b14" providerId="LiveId" clId="{290234BA-2751-40C0-BA6B-F64C76FBC314}" dt="2024-03-28T03:53:09.904" v="80" actId="113"/>
          <ac:spMkLst>
            <pc:docMk/>
            <pc:sldMk cId="1732941676" sldId="277"/>
            <ac:spMk id="3" creationId="{EF8774B4-290E-0335-0C53-ACB40D29AB0B}"/>
          </ac:spMkLst>
        </pc:spChg>
      </pc:sldChg>
      <pc:sldChg chg="addSp delSp modSp new mod">
        <pc:chgData name="priyankarukesh@gmail.com" userId="c25336cf216f5b14" providerId="LiveId" clId="{290234BA-2751-40C0-BA6B-F64C76FBC314}" dt="2024-03-28T04:09:16.352" v="102" actId="20577"/>
        <pc:sldMkLst>
          <pc:docMk/>
          <pc:sldMk cId="1282001206" sldId="278"/>
        </pc:sldMkLst>
        <pc:spChg chg="del">
          <ac:chgData name="priyankarukesh@gmail.com" userId="c25336cf216f5b14" providerId="LiveId" clId="{290234BA-2751-40C0-BA6B-F64C76FBC314}" dt="2024-03-28T03:53:43.361" v="81" actId="478"/>
          <ac:spMkLst>
            <pc:docMk/>
            <pc:sldMk cId="1282001206" sldId="278"/>
            <ac:spMk id="2" creationId="{2253EFD9-6B82-E8D2-AD90-B9EF63999F46}"/>
          </ac:spMkLst>
        </pc:spChg>
        <pc:spChg chg="mod">
          <ac:chgData name="priyankarukesh@gmail.com" userId="c25336cf216f5b14" providerId="LiveId" clId="{290234BA-2751-40C0-BA6B-F64C76FBC314}" dt="2024-03-28T04:04:43.122" v="95" actId="1076"/>
          <ac:spMkLst>
            <pc:docMk/>
            <pc:sldMk cId="1282001206" sldId="278"/>
            <ac:spMk id="3" creationId="{5C91AE76-12E2-9AD6-9F4A-3EBEB928CED4}"/>
          </ac:spMkLst>
        </pc:spChg>
        <pc:spChg chg="add mod">
          <ac:chgData name="priyankarukesh@gmail.com" userId="c25336cf216f5b14" providerId="LiveId" clId="{290234BA-2751-40C0-BA6B-F64C76FBC314}" dt="2024-03-28T04:09:16.352" v="102" actId="20577"/>
          <ac:spMkLst>
            <pc:docMk/>
            <pc:sldMk cId="1282001206" sldId="278"/>
            <ac:spMk id="5" creationId="{FAF72CFB-DE88-FD96-7ED9-720085F3FB96}"/>
          </ac:spMkLst>
        </pc:spChg>
        <pc:picChg chg="add mod">
          <ac:chgData name="priyankarukesh@gmail.com" userId="c25336cf216f5b14" providerId="LiveId" clId="{290234BA-2751-40C0-BA6B-F64C76FBC314}" dt="2024-03-28T04:08:53.383" v="97" actId="1076"/>
          <ac:picMkLst>
            <pc:docMk/>
            <pc:sldMk cId="1282001206" sldId="278"/>
            <ac:picMk id="1026" creationId="{727F43C2-1CE3-4574-27C3-D18DC36D7554}"/>
          </ac:picMkLst>
        </pc:picChg>
      </pc:sldChg>
      <pc:sldChg chg="modSp new mod">
        <pc:chgData name="priyankarukesh@gmail.com" userId="c25336cf216f5b14" providerId="LiveId" clId="{290234BA-2751-40C0-BA6B-F64C76FBC314}" dt="2024-03-28T04:34:58.571" v="228" actId="20577"/>
        <pc:sldMkLst>
          <pc:docMk/>
          <pc:sldMk cId="1366924325" sldId="279"/>
        </pc:sldMkLst>
        <pc:spChg chg="mod">
          <ac:chgData name="priyankarukesh@gmail.com" userId="c25336cf216f5b14" providerId="LiveId" clId="{290234BA-2751-40C0-BA6B-F64C76FBC314}" dt="2024-03-28T04:15:01.226" v="117" actId="20577"/>
          <ac:spMkLst>
            <pc:docMk/>
            <pc:sldMk cId="1366924325" sldId="279"/>
            <ac:spMk id="2" creationId="{98022408-FD57-44AE-3BD7-A244509EBCF6}"/>
          </ac:spMkLst>
        </pc:spChg>
        <pc:spChg chg="mod">
          <ac:chgData name="priyankarukesh@gmail.com" userId="c25336cf216f5b14" providerId="LiveId" clId="{290234BA-2751-40C0-BA6B-F64C76FBC314}" dt="2024-03-28T04:34:58.571" v="228" actId="20577"/>
          <ac:spMkLst>
            <pc:docMk/>
            <pc:sldMk cId="1366924325" sldId="279"/>
            <ac:spMk id="3" creationId="{89AC25C4-D049-C6CC-D127-86F89B6DD67A}"/>
          </ac:spMkLst>
        </pc:spChg>
      </pc:sldChg>
      <pc:sldChg chg="addSp modSp new mod">
        <pc:chgData name="priyankarukesh@gmail.com" userId="c25336cf216f5b14" providerId="LiveId" clId="{290234BA-2751-40C0-BA6B-F64C76FBC314}" dt="2024-03-28T04:39:59.525" v="254" actId="14100"/>
        <pc:sldMkLst>
          <pc:docMk/>
          <pc:sldMk cId="3777840575" sldId="280"/>
        </pc:sldMkLst>
        <pc:spChg chg="mod">
          <ac:chgData name="priyankarukesh@gmail.com" userId="c25336cf216f5b14" providerId="LiveId" clId="{290234BA-2751-40C0-BA6B-F64C76FBC314}" dt="2024-03-28T04:38:29.192" v="247" actId="14100"/>
          <ac:spMkLst>
            <pc:docMk/>
            <pc:sldMk cId="3777840575" sldId="280"/>
            <ac:spMk id="2" creationId="{55E53661-F041-E503-31AB-C19F93CE728F}"/>
          </ac:spMkLst>
        </pc:spChg>
        <pc:spChg chg="mod">
          <ac:chgData name="priyankarukesh@gmail.com" userId="c25336cf216f5b14" providerId="LiveId" clId="{290234BA-2751-40C0-BA6B-F64C76FBC314}" dt="2024-03-28T04:39:32.899" v="252" actId="14100"/>
          <ac:spMkLst>
            <pc:docMk/>
            <pc:sldMk cId="3777840575" sldId="280"/>
            <ac:spMk id="3" creationId="{ED201C11-1320-0201-FDF6-62EA103FA9BF}"/>
          </ac:spMkLst>
        </pc:spChg>
        <pc:spChg chg="add">
          <ac:chgData name="priyankarukesh@gmail.com" userId="c25336cf216f5b14" providerId="LiveId" clId="{290234BA-2751-40C0-BA6B-F64C76FBC314}" dt="2024-03-28T04:36:10.128" v="244"/>
          <ac:spMkLst>
            <pc:docMk/>
            <pc:sldMk cId="3777840575" sldId="280"/>
            <ac:spMk id="4" creationId="{6FBB4689-C7B8-9485-31D3-3A2863512B18}"/>
          </ac:spMkLst>
        </pc:spChg>
        <pc:spChg chg="add">
          <ac:chgData name="priyankarukesh@gmail.com" userId="c25336cf216f5b14" providerId="LiveId" clId="{290234BA-2751-40C0-BA6B-F64C76FBC314}" dt="2024-03-28T04:36:10.128" v="244"/>
          <ac:spMkLst>
            <pc:docMk/>
            <pc:sldMk cId="3777840575" sldId="280"/>
            <ac:spMk id="5" creationId="{02CC3BEA-D897-BE1C-8871-E015BD9B3B64}"/>
          </ac:spMkLst>
        </pc:spChg>
        <pc:picChg chg="add mod">
          <ac:chgData name="priyankarukesh@gmail.com" userId="c25336cf216f5b14" providerId="LiveId" clId="{290234BA-2751-40C0-BA6B-F64C76FBC314}" dt="2024-03-28T04:39:59.525" v="254" actId="14100"/>
          <ac:picMkLst>
            <pc:docMk/>
            <pc:sldMk cId="3777840575" sldId="280"/>
            <ac:picMk id="2052" creationId="{0C8F21B8-E386-A3DA-628C-2EDFF2E82AAA}"/>
          </ac:picMkLst>
        </pc:picChg>
      </pc:sldChg>
      <pc:sldChg chg="addSp modSp new mod">
        <pc:chgData name="priyankarukesh@gmail.com" userId="c25336cf216f5b14" providerId="LiveId" clId="{290234BA-2751-40C0-BA6B-F64C76FBC314}" dt="2024-03-28T04:44:21.104" v="306" actId="20577"/>
        <pc:sldMkLst>
          <pc:docMk/>
          <pc:sldMk cId="750691508" sldId="281"/>
        </pc:sldMkLst>
        <pc:spChg chg="mod">
          <ac:chgData name="priyankarukesh@gmail.com" userId="c25336cf216f5b14" providerId="LiveId" clId="{290234BA-2751-40C0-BA6B-F64C76FBC314}" dt="2024-03-28T04:40:57.220" v="258" actId="27636"/>
          <ac:spMkLst>
            <pc:docMk/>
            <pc:sldMk cId="750691508" sldId="281"/>
            <ac:spMk id="2" creationId="{DF6DC84E-4272-6C41-6904-D8B8C70F4C30}"/>
          </ac:spMkLst>
        </pc:spChg>
        <pc:spChg chg="mod">
          <ac:chgData name="priyankarukesh@gmail.com" userId="c25336cf216f5b14" providerId="LiveId" clId="{290234BA-2751-40C0-BA6B-F64C76FBC314}" dt="2024-03-28T04:44:21.104" v="306" actId="20577"/>
          <ac:spMkLst>
            <pc:docMk/>
            <pc:sldMk cId="750691508" sldId="281"/>
            <ac:spMk id="3" creationId="{9C061591-5EF0-8316-AB12-91B4BC975515}"/>
          </ac:spMkLst>
        </pc:spChg>
        <pc:graphicFrameChg chg="add mod modGraphic">
          <ac:chgData name="priyankarukesh@gmail.com" userId="c25336cf216f5b14" providerId="LiveId" clId="{290234BA-2751-40C0-BA6B-F64C76FBC314}" dt="2024-03-28T04:43:51.614" v="292" actId="14734"/>
          <ac:graphicFrameMkLst>
            <pc:docMk/>
            <pc:sldMk cId="750691508" sldId="281"/>
            <ac:graphicFrameMk id="4" creationId="{77E7DB3D-2A70-2816-001F-F2C00EA5FC79}"/>
          </ac:graphicFrameMkLst>
        </pc:graphicFrameChg>
        <pc:picChg chg="add mod">
          <ac:chgData name="priyankarukesh@gmail.com" userId="c25336cf216f5b14" providerId="LiveId" clId="{290234BA-2751-40C0-BA6B-F64C76FBC314}" dt="2024-03-28T04:41:45.818" v="265" actId="1076"/>
          <ac:picMkLst>
            <pc:docMk/>
            <pc:sldMk cId="750691508" sldId="281"/>
            <ac:picMk id="3074" creationId="{B59CD58E-B752-E725-DFDD-A8BF739C141F}"/>
          </ac:picMkLst>
        </pc:picChg>
        <pc:cxnChg chg="add mod">
          <ac:chgData name="priyankarukesh@gmail.com" userId="c25336cf216f5b14" providerId="LiveId" clId="{290234BA-2751-40C0-BA6B-F64C76FBC314}" dt="2024-03-28T04:43:47.097" v="291" actId="1076"/>
          <ac:cxnSpMkLst>
            <pc:docMk/>
            <pc:sldMk cId="750691508" sldId="281"/>
            <ac:cxnSpMk id="6" creationId="{916EB801-59AF-6980-486E-58C21280D4F0}"/>
          </ac:cxnSpMkLst>
        </pc:cxnChg>
      </pc:sldChg>
      <pc:sldChg chg="addSp modSp new mod">
        <pc:chgData name="priyankarukesh@gmail.com" userId="c25336cf216f5b14" providerId="LiveId" clId="{290234BA-2751-40C0-BA6B-F64C76FBC314}" dt="2024-03-28T04:48:29.515" v="339" actId="14100"/>
        <pc:sldMkLst>
          <pc:docMk/>
          <pc:sldMk cId="514669300" sldId="282"/>
        </pc:sldMkLst>
        <pc:spChg chg="mod">
          <ac:chgData name="priyankarukesh@gmail.com" userId="c25336cf216f5b14" providerId="LiveId" clId="{290234BA-2751-40C0-BA6B-F64C76FBC314}" dt="2024-03-28T04:45:17.291" v="317" actId="14100"/>
          <ac:spMkLst>
            <pc:docMk/>
            <pc:sldMk cId="514669300" sldId="282"/>
            <ac:spMk id="2" creationId="{68280631-A956-0DA5-FC52-E0E03DA3ECC2}"/>
          </ac:spMkLst>
        </pc:spChg>
        <pc:spChg chg="mod">
          <ac:chgData name="priyankarukesh@gmail.com" userId="c25336cf216f5b14" providerId="LiveId" clId="{290234BA-2751-40C0-BA6B-F64C76FBC314}" dt="2024-03-28T04:48:29.515" v="339" actId="14100"/>
          <ac:spMkLst>
            <pc:docMk/>
            <pc:sldMk cId="514669300" sldId="282"/>
            <ac:spMk id="3" creationId="{689412CE-D545-01DC-3026-E70BE09210BC}"/>
          </ac:spMkLst>
        </pc:spChg>
        <pc:spChg chg="add">
          <ac:chgData name="priyankarukesh@gmail.com" userId="c25336cf216f5b14" providerId="LiveId" clId="{290234BA-2751-40C0-BA6B-F64C76FBC314}" dt="2024-03-28T04:46:01.538" v="319"/>
          <ac:spMkLst>
            <pc:docMk/>
            <pc:sldMk cId="514669300" sldId="282"/>
            <ac:spMk id="4" creationId="{6D0341AC-7C54-82FD-5740-311D62FEA057}"/>
          </ac:spMkLst>
        </pc:spChg>
        <pc:spChg chg="add mod">
          <ac:chgData name="priyankarukesh@gmail.com" userId="c25336cf216f5b14" providerId="LiveId" clId="{290234BA-2751-40C0-BA6B-F64C76FBC314}" dt="2024-03-28T04:48:22.701" v="338" actId="2711"/>
          <ac:spMkLst>
            <pc:docMk/>
            <pc:sldMk cId="514669300" sldId="282"/>
            <ac:spMk id="6" creationId="{B3B40C08-A421-83BF-1B12-002449704099}"/>
          </ac:spMkLst>
        </pc:spChg>
        <pc:picChg chg="add">
          <ac:chgData name="priyankarukesh@gmail.com" userId="c25336cf216f5b14" providerId="LiveId" clId="{290234BA-2751-40C0-BA6B-F64C76FBC314}" dt="2024-03-28T04:46:33.727" v="320"/>
          <ac:picMkLst>
            <pc:docMk/>
            <pc:sldMk cId="514669300" sldId="282"/>
            <ac:picMk id="4100" creationId="{3712A35D-7840-D1B8-AF13-DB18EF2B5811}"/>
          </ac:picMkLst>
        </pc:picChg>
      </pc:sldChg>
      <pc:sldChg chg="addSp modSp new mod">
        <pc:chgData name="priyankarukesh@gmail.com" userId="c25336cf216f5b14" providerId="LiveId" clId="{290234BA-2751-40C0-BA6B-F64C76FBC314}" dt="2024-03-28T04:50:39.181" v="389" actId="1036"/>
        <pc:sldMkLst>
          <pc:docMk/>
          <pc:sldMk cId="1656710506" sldId="283"/>
        </pc:sldMkLst>
        <pc:spChg chg="mod">
          <ac:chgData name="priyankarukesh@gmail.com" userId="c25336cf216f5b14" providerId="LiveId" clId="{290234BA-2751-40C0-BA6B-F64C76FBC314}" dt="2024-03-28T04:49:05.981" v="344" actId="27636"/>
          <ac:spMkLst>
            <pc:docMk/>
            <pc:sldMk cId="1656710506" sldId="283"/>
            <ac:spMk id="2" creationId="{7273CB07-B2A4-0B68-DBD2-F1964A3904D5}"/>
          </ac:spMkLst>
        </pc:spChg>
        <pc:spChg chg="mod">
          <ac:chgData name="priyankarukesh@gmail.com" userId="c25336cf216f5b14" providerId="LiveId" clId="{290234BA-2751-40C0-BA6B-F64C76FBC314}" dt="2024-03-28T04:50:39.181" v="389" actId="1036"/>
          <ac:spMkLst>
            <pc:docMk/>
            <pc:sldMk cId="1656710506" sldId="283"/>
            <ac:spMk id="3" creationId="{EA2BDF43-2A78-CE44-BA9D-AB205B952986}"/>
          </ac:spMkLst>
        </pc:spChg>
        <pc:picChg chg="add mod">
          <ac:chgData name="priyankarukesh@gmail.com" userId="c25336cf216f5b14" providerId="LiveId" clId="{290234BA-2751-40C0-BA6B-F64C76FBC314}" dt="2024-03-28T04:50:10.494" v="350" actId="14100"/>
          <ac:picMkLst>
            <pc:docMk/>
            <pc:sldMk cId="1656710506" sldId="283"/>
            <ac:picMk id="5122" creationId="{8289738B-EC3E-DF71-B775-F5273705F7D5}"/>
          </ac:picMkLst>
        </pc:picChg>
      </pc:sldChg>
      <pc:sldChg chg="addSp modSp new mod">
        <pc:chgData name="priyankarukesh@gmail.com" userId="c25336cf216f5b14" providerId="LiveId" clId="{290234BA-2751-40C0-BA6B-F64C76FBC314}" dt="2024-03-28T06:21:55.480" v="406" actId="20577"/>
        <pc:sldMkLst>
          <pc:docMk/>
          <pc:sldMk cId="2474826429" sldId="284"/>
        </pc:sldMkLst>
        <pc:spChg chg="mod">
          <ac:chgData name="priyankarukesh@gmail.com" userId="c25336cf216f5b14" providerId="LiveId" clId="{290234BA-2751-40C0-BA6B-F64C76FBC314}" dt="2024-03-28T05:31:03.196" v="392" actId="207"/>
          <ac:spMkLst>
            <pc:docMk/>
            <pc:sldMk cId="2474826429" sldId="284"/>
            <ac:spMk id="2" creationId="{CE008A28-7318-EA68-C606-6B1F7AA62C22}"/>
          </ac:spMkLst>
        </pc:spChg>
        <pc:spChg chg="mod">
          <ac:chgData name="priyankarukesh@gmail.com" userId="c25336cf216f5b14" providerId="LiveId" clId="{290234BA-2751-40C0-BA6B-F64C76FBC314}" dt="2024-03-28T06:21:55.480" v="406" actId="20577"/>
          <ac:spMkLst>
            <pc:docMk/>
            <pc:sldMk cId="2474826429" sldId="284"/>
            <ac:spMk id="3" creationId="{0A2ACABB-E00C-126F-ACCB-30DB4565C0D7}"/>
          </ac:spMkLst>
        </pc:spChg>
        <pc:picChg chg="add mod">
          <ac:chgData name="priyankarukesh@gmail.com" userId="c25336cf216f5b14" providerId="LiveId" clId="{290234BA-2751-40C0-BA6B-F64C76FBC314}" dt="2024-03-28T05:38:00.221" v="399" actId="1035"/>
          <ac:picMkLst>
            <pc:docMk/>
            <pc:sldMk cId="2474826429" sldId="284"/>
            <ac:picMk id="6146" creationId="{33B4BD82-56C6-EB4E-22AD-DC0CB5287CD7}"/>
          </ac:picMkLst>
        </pc:picChg>
      </pc:sldChg>
      <pc:sldChg chg="addSp delSp modSp new mod">
        <pc:chgData name="priyankarukesh@gmail.com" userId="c25336cf216f5b14" providerId="LiveId" clId="{290234BA-2751-40C0-BA6B-F64C76FBC314}" dt="2024-03-30T04:23:24.734" v="733" actId="20577"/>
        <pc:sldMkLst>
          <pc:docMk/>
          <pc:sldMk cId="415386382" sldId="285"/>
        </pc:sldMkLst>
        <pc:spChg chg="del">
          <ac:chgData name="priyankarukesh@gmail.com" userId="c25336cf216f5b14" providerId="LiveId" clId="{290234BA-2751-40C0-BA6B-F64C76FBC314}" dt="2024-03-30T04:04:34.363" v="408" actId="478"/>
          <ac:spMkLst>
            <pc:docMk/>
            <pc:sldMk cId="415386382" sldId="285"/>
            <ac:spMk id="2" creationId="{3815203A-EF63-D432-1218-FADBB5DA0D9C}"/>
          </ac:spMkLst>
        </pc:spChg>
        <pc:spChg chg="del mod">
          <ac:chgData name="priyankarukesh@gmail.com" userId="c25336cf216f5b14" providerId="LiveId" clId="{290234BA-2751-40C0-BA6B-F64C76FBC314}" dt="2024-03-30T04:19:08.434" v="410" actId="22"/>
          <ac:spMkLst>
            <pc:docMk/>
            <pc:sldMk cId="415386382" sldId="285"/>
            <ac:spMk id="3" creationId="{5AF785DB-66D0-C84B-6550-180694DD748E}"/>
          </ac:spMkLst>
        </pc:spChg>
        <pc:spChg chg="add mod">
          <ac:chgData name="priyankarukesh@gmail.com" userId="c25336cf216f5b14" providerId="LiveId" clId="{290234BA-2751-40C0-BA6B-F64C76FBC314}" dt="2024-03-30T04:22:47.184" v="685" actId="14100"/>
          <ac:spMkLst>
            <pc:docMk/>
            <pc:sldMk cId="415386382" sldId="285"/>
            <ac:spMk id="6" creationId="{34FDC5ED-9001-2018-ACF3-B00EC2DF2C7A}"/>
          </ac:spMkLst>
        </pc:spChg>
        <pc:spChg chg="add mod">
          <ac:chgData name="priyankarukesh@gmail.com" userId="c25336cf216f5b14" providerId="LiveId" clId="{290234BA-2751-40C0-BA6B-F64C76FBC314}" dt="2024-03-30T04:23:24.734" v="733" actId="20577"/>
          <ac:spMkLst>
            <pc:docMk/>
            <pc:sldMk cId="415386382" sldId="285"/>
            <ac:spMk id="7" creationId="{74B34AD0-8D0B-EC81-CD9B-C51C067F6E1F}"/>
          </ac:spMkLst>
        </pc:spChg>
        <pc:picChg chg="add mod ord">
          <ac:chgData name="priyankarukesh@gmail.com" userId="c25336cf216f5b14" providerId="LiveId" clId="{290234BA-2751-40C0-BA6B-F64C76FBC314}" dt="2024-03-30T04:19:08.434" v="410" actId="22"/>
          <ac:picMkLst>
            <pc:docMk/>
            <pc:sldMk cId="415386382" sldId="285"/>
            <ac:picMk id="5" creationId="{3089BF9A-E1CC-0E00-7547-91470A0C3BF5}"/>
          </ac:picMkLst>
        </pc:picChg>
      </pc:sldChg>
      <pc:sldChg chg="addSp delSp modSp new mod">
        <pc:chgData name="priyankarukesh@gmail.com" userId="c25336cf216f5b14" providerId="LiveId" clId="{290234BA-2751-40C0-BA6B-F64C76FBC314}" dt="2024-03-30T05:25:46.377" v="752" actId="20577"/>
        <pc:sldMkLst>
          <pc:docMk/>
          <pc:sldMk cId="772769142" sldId="286"/>
        </pc:sldMkLst>
        <pc:spChg chg="del">
          <ac:chgData name="priyankarukesh@gmail.com" userId="c25336cf216f5b14" providerId="LiveId" clId="{290234BA-2751-40C0-BA6B-F64C76FBC314}" dt="2024-03-30T05:22:30.787" v="735" actId="478"/>
          <ac:spMkLst>
            <pc:docMk/>
            <pc:sldMk cId="772769142" sldId="286"/>
            <ac:spMk id="2" creationId="{2FD5BE6D-8A5F-CFD2-A3BE-E9A865D2FD87}"/>
          </ac:spMkLst>
        </pc:spChg>
        <pc:spChg chg="del mod">
          <ac:chgData name="priyankarukesh@gmail.com" userId="c25336cf216f5b14" providerId="LiveId" clId="{290234BA-2751-40C0-BA6B-F64C76FBC314}" dt="2024-03-30T05:22:50.082" v="737" actId="931"/>
          <ac:spMkLst>
            <pc:docMk/>
            <pc:sldMk cId="772769142" sldId="286"/>
            <ac:spMk id="3" creationId="{37DEED74-857B-3CDA-CED9-DD27D5175C96}"/>
          </ac:spMkLst>
        </pc:spChg>
        <pc:spChg chg="add mod">
          <ac:chgData name="priyankarukesh@gmail.com" userId="c25336cf216f5b14" providerId="LiveId" clId="{290234BA-2751-40C0-BA6B-F64C76FBC314}" dt="2024-03-30T05:25:46.377" v="752" actId="20577"/>
          <ac:spMkLst>
            <pc:docMk/>
            <pc:sldMk cId="772769142" sldId="286"/>
            <ac:spMk id="6" creationId="{92D3060F-6C13-6CEA-349F-635747A2C1BE}"/>
          </ac:spMkLst>
        </pc:spChg>
        <pc:picChg chg="add mod">
          <ac:chgData name="priyankarukesh@gmail.com" userId="c25336cf216f5b14" providerId="LiveId" clId="{290234BA-2751-40C0-BA6B-F64C76FBC314}" dt="2024-03-30T05:24:01.173" v="745" actId="14100"/>
          <ac:picMkLst>
            <pc:docMk/>
            <pc:sldMk cId="772769142" sldId="286"/>
            <ac:picMk id="5" creationId="{20D41D4A-E243-48DD-9EF3-627363989541}"/>
          </ac:picMkLst>
        </pc:picChg>
      </pc:sldChg>
      <pc:sldChg chg="delSp modSp new mod">
        <pc:chgData name="priyankarukesh@gmail.com" userId="c25336cf216f5b14" providerId="LiveId" clId="{290234BA-2751-40C0-BA6B-F64C76FBC314}" dt="2024-03-30T05:29:24.637" v="780" actId="14100"/>
        <pc:sldMkLst>
          <pc:docMk/>
          <pc:sldMk cId="4090132035" sldId="287"/>
        </pc:sldMkLst>
        <pc:spChg chg="del">
          <ac:chgData name="priyankarukesh@gmail.com" userId="c25336cf216f5b14" providerId="LiveId" clId="{290234BA-2751-40C0-BA6B-F64C76FBC314}" dt="2024-03-30T05:25:57.381" v="754" actId="478"/>
          <ac:spMkLst>
            <pc:docMk/>
            <pc:sldMk cId="4090132035" sldId="287"/>
            <ac:spMk id="2" creationId="{178F881E-C44C-C9E1-9E92-A8121F4B66CC}"/>
          </ac:spMkLst>
        </pc:spChg>
        <pc:spChg chg="mod">
          <ac:chgData name="priyankarukesh@gmail.com" userId="c25336cf216f5b14" providerId="LiveId" clId="{290234BA-2751-40C0-BA6B-F64C76FBC314}" dt="2024-03-30T05:29:24.637" v="780" actId="14100"/>
          <ac:spMkLst>
            <pc:docMk/>
            <pc:sldMk cId="4090132035" sldId="287"/>
            <ac:spMk id="3" creationId="{C5B30BD5-AB2D-49DA-FB00-86625D825E46}"/>
          </ac:spMkLst>
        </pc:spChg>
      </pc:sldChg>
      <pc:sldChg chg="addSp delSp modSp new mod">
        <pc:chgData name="priyankarukesh@gmail.com" userId="c25336cf216f5b14" providerId="LiveId" clId="{290234BA-2751-40C0-BA6B-F64C76FBC314}" dt="2024-04-01T03:51:26.101" v="2664" actId="20577"/>
        <pc:sldMkLst>
          <pc:docMk/>
          <pc:sldMk cId="2421730034" sldId="288"/>
        </pc:sldMkLst>
        <pc:spChg chg="del mod">
          <ac:chgData name="priyankarukesh@gmail.com" userId="c25336cf216f5b14" providerId="LiveId" clId="{290234BA-2751-40C0-BA6B-F64C76FBC314}" dt="2024-03-30T05:30:29.517" v="788" actId="478"/>
          <ac:spMkLst>
            <pc:docMk/>
            <pc:sldMk cId="2421730034" sldId="288"/>
            <ac:spMk id="2" creationId="{C03527F6-D3B0-AD00-2E8B-940AB932CC05}"/>
          </ac:spMkLst>
        </pc:spChg>
        <pc:spChg chg="del mod">
          <ac:chgData name="priyankarukesh@gmail.com" userId="c25336cf216f5b14" providerId="LiveId" clId="{290234BA-2751-40C0-BA6B-F64C76FBC314}" dt="2024-03-30T05:31:52.462" v="797" actId="931"/>
          <ac:spMkLst>
            <pc:docMk/>
            <pc:sldMk cId="2421730034" sldId="288"/>
            <ac:spMk id="3" creationId="{C45A2DB5-383F-6A17-C32F-C351A811CD2E}"/>
          </ac:spMkLst>
        </pc:spChg>
        <pc:spChg chg="add mod">
          <ac:chgData name="priyankarukesh@gmail.com" userId="c25336cf216f5b14" providerId="LiveId" clId="{290234BA-2751-40C0-BA6B-F64C76FBC314}" dt="2024-03-30T05:31:01.942" v="796" actId="20577"/>
          <ac:spMkLst>
            <pc:docMk/>
            <pc:sldMk cId="2421730034" sldId="288"/>
            <ac:spMk id="5" creationId="{4ECBA98E-E07F-8E79-055A-7D3692AEEB21}"/>
          </ac:spMkLst>
        </pc:spChg>
        <pc:spChg chg="add mod">
          <ac:chgData name="priyankarukesh@gmail.com" userId="c25336cf216f5b14" providerId="LiveId" clId="{290234BA-2751-40C0-BA6B-F64C76FBC314}" dt="2024-04-01T03:51:26.101" v="2664" actId="20577"/>
          <ac:spMkLst>
            <pc:docMk/>
            <pc:sldMk cId="2421730034" sldId="288"/>
            <ac:spMk id="8" creationId="{D449FBF9-806B-04EF-AF8F-027180E599EA}"/>
          </ac:spMkLst>
        </pc:spChg>
        <pc:picChg chg="add mod">
          <ac:chgData name="priyankarukesh@gmail.com" userId="c25336cf216f5b14" providerId="LiveId" clId="{290234BA-2751-40C0-BA6B-F64C76FBC314}" dt="2024-03-30T05:31:55.687" v="798" actId="1076"/>
          <ac:picMkLst>
            <pc:docMk/>
            <pc:sldMk cId="2421730034" sldId="288"/>
            <ac:picMk id="7" creationId="{0B38AE03-B477-674B-D48B-6A3F1FB3512D}"/>
          </ac:picMkLst>
        </pc:picChg>
      </pc:sldChg>
      <pc:sldChg chg="delSp modSp new mod">
        <pc:chgData name="priyankarukesh@gmail.com" userId="c25336cf216f5b14" providerId="LiveId" clId="{290234BA-2751-40C0-BA6B-F64C76FBC314}" dt="2024-04-01T03:56:44.953" v="2673" actId="20577"/>
        <pc:sldMkLst>
          <pc:docMk/>
          <pc:sldMk cId="3792594434" sldId="289"/>
        </pc:sldMkLst>
        <pc:spChg chg="del mod">
          <ac:chgData name="priyankarukesh@gmail.com" userId="c25336cf216f5b14" providerId="LiveId" clId="{290234BA-2751-40C0-BA6B-F64C76FBC314}" dt="2024-03-30T05:33:57.494" v="804" actId="478"/>
          <ac:spMkLst>
            <pc:docMk/>
            <pc:sldMk cId="3792594434" sldId="289"/>
            <ac:spMk id="2" creationId="{44070871-A78C-211A-7DE9-15E98753153F}"/>
          </ac:spMkLst>
        </pc:spChg>
        <pc:spChg chg="mod">
          <ac:chgData name="priyankarukesh@gmail.com" userId="c25336cf216f5b14" providerId="LiveId" clId="{290234BA-2751-40C0-BA6B-F64C76FBC314}" dt="2024-04-01T03:56:44.953" v="2673" actId="20577"/>
          <ac:spMkLst>
            <pc:docMk/>
            <pc:sldMk cId="3792594434" sldId="289"/>
            <ac:spMk id="3" creationId="{E6F86606-EB19-FA2F-7086-544500F7FFA9}"/>
          </ac:spMkLst>
        </pc:spChg>
      </pc:sldChg>
      <pc:sldChg chg="delSp modSp new mod">
        <pc:chgData name="priyankarukesh@gmail.com" userId="c25336cf216f5b14" providerId="LiveId" clId="{290234BA-2751-40C0-BA6B-F64C76FBC314}" dt="2024-03-30T05:39:05.579" v="865" actId="20577"/>
        <pc:sldMkLst>
          <pc:docMk/>
          <pc:sldMk cId="4072838881" sldId="290"/>
        </pc:sldMkLst>
        <pc:spChg chg="del">
          <ac:chgData name="priyankarukesh@gmail.com" userId="c25336cf216f5b14" providerId="LiveId" clId="{290234BA-2751-40C0-BA6B-F64C76FBC314}" dt="2024-03-30T05:37:43.154" v="817" actId="478"/>
          <ac:spMkLst>
            <pc:docMk/>
            <pc:sldMk cId="4072838881" sldId="290"/>
            <ac:spMk id="2" creationId="{35978F18-44B1-9765-2BDC-E558C8523989}"/>
          </ac:spMkLst>
        </pc:spChg>
        <pc:spChg chg="mod">
          <ac:chgData name="priyankarukesh@gmail.com" userId="c25336cf216f5b14" providerId="LiveId" clId="{290234BA-2751-40C0-BA6B-F64C76FBC314}" dt="2024-03-30T05:39:05.579" v="865" actId="20577"/>
          <ac:spMkLst>
            <pc:docMk/>
            <pc:sldMk cId="4072838881" sldId="290"/>
            <ac:spMk id="3" creationId="{E3FE7129-31FD-0E9D-2B3B-D12E45D00C6C}"/>
          </ac:spMkLst>
        </pc:spChg>
      </pc:sldChg>
      <pc:sldChg chg="addSp delSp modSp new mod">
        <pc:chgData name="priyankarukesh@gmail.com" userId="c25336cf216f5b14" providerId="LiveId" clId="{290234BA-2751-40C0-BA6B-F64C76FBC314}" dt="2024-03-30T05:47:31.441" v="874" actId="14100"/>
        <pc:sldMkLst>
          <pc:docMk/>
          <pc:sldMk cId="2719742954" sldId="291"/>
        </pc:sldMkLst>
        <pc:spChg chg="mod">
          <ac:chgData name="priyankarukesh@gmail.com" userId="c25336cf216f5b14" providerId="LiveId" clId="{290234BA-2751-40C0-BA6B-F64C76FBC314}" dt="2024-03-30T05:42:30.196" v="870" actId="20577"/>
          <ac:spMkLst>
            <pc:docMk/>
            <pc:sldMk cId="2719742954" sldId="291"/>
            <ac:spMk id="2" creationId="{252F349E-D562-B777-7AEE-F2DD711F0068}"/>
          </ac:spMkLst>
        </pc:spChg>
        <pc:spChg chg="del">
          <ac:chgData name="priyankarukesh@gmail.com" userId="c25336cf216f5b14" providerId="LiveId" clId="{290234BA-2751-40C0-BA6B-F64C76FBC314}" dt="2024-03-30T05:47:18.796" v="871" actId="931"/>
          <ac:spMkLst>
            <pc:docMk/>
            <pc:sldMk cId="2719742954" sldId="291"/>
            <ac:spMk id="3" creationId="{725BCF8A-681C-B651-B771-A90353AC5E6C}"/>
          </ac:spMkLst>
        </pc:spChg>
        <pc:picChg chg="add mod">
          <ac:chgData name="priyankarukesh@gmail.com" userId="c25336cf216f5b14" providerId="LiveId" clId="{290234BA-2751-40C0-BA6B-F64C76FBC314}" dt="2024-03-30T05:47:31.441" v="874" actId="14100"/>
          <ac:picMkLst>
            <pc:docMk/>
            <pc:sldMk cId="2719742954" sldId="291"/>
            <ac:picMk id="5" creationId="{168C5501-29E5-1BE5-6C97-A97B94703772}"/>
          </ac:picMkLst>
        </pc:picChg>
      </pc:sldChg>
      <pc:sldChg chg="delSp modSp new mod">
        <pc:chgData name="priyankarukesh@gmail.com" userId="c25336cf216f5b14" providerId="LiveId" clId="{290234BA-2751-40C0-BA6B-F64C76FBC314}" dt="2024-03-30T07:20:12.175" v="1574" actId="20577"/>
        <pc:sldMkLst>
          <pc:docMk/>
          <pc:sldMk cId="639188280" sldId="292"/>
        </pc:sldMkLst>
        <pc:spChg chg="del">
          <ac:chgData name="priyankarukesh@gmail.com" userId="c25336cf216f5b14" providerId="LiveId" clId="{290234BA-2751-40C0-BA6B-F64C76FBC314}" dt="2024-03-30T05:48:32.506" v="875" actId="478"/>
          <ac:spMkLst>
            <pc:docMk/>
            <pc:sldMk cId="639188280" sldId="292"/>
            <ac:spMk id="2" creationId="{0163DFF8-7AC8-5159-7274-95C30996CC97}"/>
          </ac:spMkLst>
        </pc:spChg>
        <pc:spChg chg="mod">
          <ac:chgData name="priyankarukesh@gmail.com" userId="c25336cf216f5b14" providerId="LiveId" clId="{290234BA-2751-40C0-BA6B-F64C76FBC314}" dt="2024-03-30T07:20:12.175" v="1574" actId="20577"/>
          <ac:spMkLst>
            <pc:docMk/>
            <pc:sldMk cId="639188280" sldId="292"/>
            <ac:spMk id="3" creationId="{F2DD0C79-49A9-97FD-9D1E-06C2B2852404}"/>
          </ac:spMkLst>
        </pc:spChg>
      </pc:sldChg>
      <pc:sldChg chg="addSp delSp modSp new mod">
        <pc:chgData name="priyankarukesh@gmail.com" userId="c25336cf216f5b14" providerId="LiveId" clId="{290234BA-2751-40C0-BA6B-F64C76FBC314}" dt="2024-03-30T08:05:29.045" v="2456" actId="478"/>
        <pc:sldMkLst>
          <pc:docMk/>
          <pc:sldMk cId="379158462" sldId="293"/>
        </pc:sldMkLst>
        <pc:spChg chg="del">
          <ac:chgData name="priyankarukesh@gmail.com" userId="c25336cf216f5b14" providerId="LiveId" clId="{290234BA-2751-40C0-BA6B-F64C76FBC314}" dt="2024-03-30T05:49:58.282" v="883" actId="478"/>
          <ac:spMkLst>
            <pc:docMk/>
            <pc:sldMk cId="379158462" sldId="293"/>
            <ac:spMk id="2" creationId="{FFC9F3AE-4ED3-F895-64F7-0874644F84B9}"/>
          </ac:spMkLst>
        </pc:spChg>
        <pc:spChg chg="mod">
          <ac:chgData name="priyankarukesh@gmail.com" userId="c25336cf216f5b14" providerId="LiveId" clId="{290234BA-2751-40C0-BA6B-F64C76FBC314}" dt="2024-03-30T07:55:27.479" v="2150" actId="20577"/>
          <ac:spMkLst>
            <pc:docMk/>
            <pc:sldMk cId="379158462" sldId="293"/>
            <ac:spMk id="3" creationId="{866115BD-FEFD-38C1-07E0-A9539F610B6C}"/>
          </ac:spMkLst>
        </pc:spChg>
        <pc:spChg chg="add mod">
          <ac:chgData name="priyankarukesh@gmail.com" userId="c25336cf216f5b14" providerId="LiveId" clId="{290234BA-2751-40C0-BA6B-F64C76FBC314}" dt="2024-03-30T07:38:33.286" v="1709" actId="20577"/>
          <ac:spMkLst>
            <pc:docMk/>
            <pc:sldMk cId="379158462" sldId="293"/>
            <ac:spMk id="4" creationId="{66E98648-B9E3-38E8-18B0-939D06C4C1A5}"/>
          </ac:spMkLst>
        </pc:spChg>
        <pc:spChg chg="add del mod">
          <ac:chgData name="priyankarukesh@gmail.com" userId="c25336cf216f5b14" providerId="LiveId" clId="{290234BA-2751-40C0-BA6B-F64C76FBC314}" dt="2024-03-30T08:05:29.045" v="2456" actId="478"/>
          <ac:spMkLst>
            <pc:docMk/>
            <pc:sldMk cId="379158462" sldId="293"/>
            <ac:spMk id="5" creationId="{4B87DAF7-9852-31E4-1293-E7C3255653B5}"/>
          </ac:spMkLst>
        </pc:spChg>
        <pc:spChg chg="add del mod">
          <ac:chgData name="priyankarukesh@gmail.com" userId="c25336cf216f5b14" providerId="LiveId" clId="{290234BA-2751-40C0-BA6B-F64C76FBC314}" dt="2024-03-30T07:55:42.492" v="2152" actId="21"/>
          <ac:spMkLst>
            <pc:docMk/>
            <pc:sldMk cId="379158462" sldId="293"/>
            <ac:spMk id="6" creationId="{01618BD7-1236-3D84-20B2-8DC8FA700C74}"/>
          </ac:spMkLst>
        </pc:spChg>
        <pc:spChg chg="add mod">
          <ac:chgData name="priyankarukesh@gmail.com" userId="c25336cf216f5b14" providerId="LiveId" clId="{290234BA-2751-40C0-BA6B-F64C76FBC314}" dt="2024-03-30T07:39:46.661" v="1764" actId="20577"/>
          <ac:spMkLst>
            <pc:docMk/>
            <pc:sldMk cId="379158462" sldId="293"/>
            <ac:spMk id="7" creationId="{BCF82748-AAA7-B45B-9CD8-F6EC342558D6}"/>
          </ac:spMkLst>
        </pc:spChg>
        <pc:spChg chg="add mod">
          <ac:chgData name="priyankarukesh@gmail.com" userId="c25336cf216f5b14" providerId="LiveId" clId="{290234BA-2751-40C0-BA6B-F64C76FBC314}" dt="2024-03-30T07:39:39.832" v="1754" actId="20577"/>
          <ac:spMkLst>
            <pc:docMk/>
            <pc:sldMk cId="379158462" sldId="293"/>
            <ac:spMk id="8" creationId="{86C1F8E6-4E20-F06B-46D0-0DBB4389C148}"/>
          </ac:spMkLst>
        </pc:spChg>
        <pc:spChg chg="add mod">
          <ac:chgData name="priyankarukesh@gmail.com" userId="c25336cf216f5b14" providerId="LiveId" clId="{290234BA-2751-40C0-BA6B-F64C76FBC314}" dt="2024-03-30T07:55:33.913" v="2151" actId="1076"/>
          <ac:spMkLst>
            <pc:docMk/>
            <pc:sldMk cId="379158462" sldId="293"/>
            <ac:spMk id="9" creationId="{C2D24C6C-9F0F-F7CC-4269-4BC1A7A0B1E4}"/>
          </ac:spMkLst>
        </pc:spChg>
        <pc:spChg chg="add mod">
          <ac:chgData name="priyankarukesh@gmail.com" userId="c25336cf216f5b14" providerId="LiveId" clId="{290234BA-2751-40C0-BA6B-F64C76FBC314}" dt="2024-03-30T07:54:52.497" v="2111" actId="1076"/>
          <ac:spMkLst>
            <pc:docMk/>
            <pc:sldMk cId="379158462" sldId="293"/>
            <ac:spMk id="10" creationId="{1CB3AFCC-47DB-FED3-9C17-F1A4514FE355}"/>
          </ac:spMkLst>
        </pc:spChg>
        <pc:spChg chg="add mod">
          <ac:chgData name="priyankarukesh@gmail.com" userId="c25336cf216f5b14" providerId="LiveId" clId="{290234BA-2751-40C0-BA6B-F64C76FBC314}" dt="2024-03-30T07:55:05.453" v="2118" actId="14100"/>
          <ac:spMkLst>
            <pc:docMk/>
            <pc:sldMk cId="379158462" sldId="293"/>
            <ac:spMk id="11" creationId="{85D33312-DD86-6187-DA4A-824EB0A8344C}"/>
          </ac:spMkLst>
        </pc:spChg>
        <pc:spChg chg="add mod">
          <ac:chgData name="priyankarukesh@gmail.com" userId="c25336cf216f5b14" providerId="LiveId" clId="{290234BA-2751-40C0-BA6B-F64C76FBC314}" dt="2024-03-30T07:53:59.714" v="2052" actId="1076"/>
          <ac:spMkLst>
            <pc:docMk/>
            <pc:sldMk cId="379158462" sldId="293"/>
            <ac:spMk id="12" creationId="{13C40C4D-D6B8-BC7C-DCEF-8D8C36649EFC}"/>
          </ac:spMkLst>
        </pc:spChg>
        <pc:spChg chg="add mod">
          <ac:chgData name="priyankarukesh@gmail.com" userId="c25336cf216f5b14" providerId="LiveId" clId="{290234BA-2751-40C0-BA6B-F64C76FBC314}" dt="2024-03-30T07:39:27.277" v="1745" actId="14100"/>
          <ac:spMkLst>
            <pc:docMk/>
            <pc:sldMk cId="379158462" sldId="293"/>
            <ac:spMk id="13" creationId="{9C088BB0-EBA0-E05B-5181-1F45D4BFD5BA}"/>
          </ac:spMkLst>
        </pc:spChg>
        <pc:spChg chg="add del mod">
          <ac:chgData name="priyankarukesh@gmail.com" userId="c25336cf216f5b14" providerId="LiveId" clId="{290234BA-2751-40C0-BA6B-F64C76FBC314}" dt="2024-03-30T07:47:49.153" v="1799" actId="478"/>
          <ac:spMkLst>
            <pc:docMk/>
            <pc:sldMk cId="379158462" sldId="293"/>
            <ac:spMk id="33" creationId="{152CF033-3B9A-4306-993F-8546CD3ECDE9}"/>
          </ac:spMkLst>
        </pc:spChg>
        <pc:spChg chg="add mod">
          <ac:chgData name="priyankarukesh@gmail.com" userId="c25336cf216f5b14" providerId="LiveId" clId="{290234BA-2751-40C0-BA6B-F64C76FBC314}" dt="2024-03-30T07:52:24.776" v="2041" actId="1076"/>
          <ac:spMkLst>
            <pc:docMk/>
            <pc:sldMk cId="379158462" sldId="293"/>
            <ac:spMk id="47" creationId="{ED8C59C2-CB7D-1EEB-F79A-0370CA506537}"/>
          </ac:spMkLst>
        </pc:spChg>
        <pc:spChg chg="add mod">
          <ac:chgData name="priyankarukesh@gmail.com" userId="c25336cf216f5b14" providerId="LiveId" clId="{290234BA-2751-40C0-BA6B-F64C76FBC314}" dt="2024-03-30T07:52:40.917" v="2043" actId="1076"/>
          <ac:spMkLst>
            <pc:docMk/>
            <pc:sldMk cId="379158462" sldId="293"/>
            <ac:spMk id="48" creationId="{359FFFC4-DF96-6798-6F3D-FB1035461F10}"/>
          </ac:spMkLst>
        </pc:spChg>
        <pc:spChg chg="add mod">
          <ac:chgData name="priyankarukesh@gmail.com" userId="c25336cf216f5b14" providerId="LiveId" clId="{290234BA-2751-40C0-BA6B-F64C76FBC314}" dt="2024-03-30T08:04:01.426" v="2408" actId="1035"/>
          <ac:spMkLst>
            <pc:docMk/>
            <pc:sldMk cId="379158462" sldId="293"/>
            <ac:spMk id="49" creationId="{D5B1109F-310B-CE1E-10A0-FD471260D598}"/>
          </ac:spMkLst>
        </pc:spChg>
        <pc:spChg chg="add mod">
          <ac:chgData name="priyankarukesh@gmail.com" userId="c25336cf216f5b14" providerId="LiveId" clId="{290234BA-2751-40C0-BA6B-F64C76FBC314}" dt="2024-03-30T08:03:40.018" v="2331" actId="1036"/>
          <ac:spMkLst>
            <pc:docMk/>
            <pc:sldMk cId="379158462" sldId="293"/>
            <ac:spMk id="50" creationId="{FDB2915F-45E4-1C3F-06F0-C0E42059B7E5}"/>
          </ac:spMkLst>
        </pc:spChg>
        <pc:cxnChg chg="add mod">
          <ac:chgData name="priyankarukesh@gmail.com" userId="c25336cf216f5b14" providerId="LiveId" clId="{290234BA-2751-40C0-BA6B-F64C76FBC314}" dt="2024-03-30T07:53:59.714" v="2052" actId="1076"/>
          <ac:cxnSpMkLst>
            <pc:docMk/>
            <pc:sldMk cId="379158462" sldId="293"/>
            <ac:cxnSpMk id="15" creationId="{115CE921-F983-082E-2E8F-F7D4ED570923}"/>
          </ac:cxnSpMkLst>
        </pc:cxnChg>
        <pc:cxnChg chg="add mod">
          <ac:chgData name="priyankarukesh@gmail.com" userId="c25336cf216f5b14" providerId="LiveId" clId="{290234BA-2751-40C0-BA6B-F64C76FBC314}" dt="2024-03-30T07:39:31.589" v="1746" actId="14100"/>
          <ac:cxnSpMkLst>
            <pc:docMk/>
            <pc:sldMk cId="379158462" sldId="293"/>
            <ac:cxnSpMk id="16" creationId="{31671681-B38E-92A8-1036-1CDC9DE37DE0}"/>
          </ac:cxnSpMkLst>
        </pc:cxnChg>
        <pc:cxnChg chg="add mod">
          <ac:chgData name="priyankarukesh@gmail.com" userId="c25336cf216f5b14" providerId="LiveId" clId="{290234BA-2751-40C0-BA6B-F64C76FBC314}" dt="2024-03-30T07:39:27.277" v="1745" actId="14100"/>
          <ac:cxnSpMkLst>
            <pc:docMk/>
            <pc:sldMk cId="379158462" sldId="293"/>
            <ac:cxnSpMk id="17" creationId="{7F2B7C45-B3D9-B33C-19B6-BF9A3FC4C9EF}"/>
          </ac:cxnSpMkLst>
        </pc:cxnChg>
        <pc:cxnChg chg="add mod">
          <ac:chgData name="priyankarukesh@gmail.com" userId="c25336cf216f5b14" providerId="LiveId" clId="{290234BA-2751-40C0-BA6B-F64C76FBC314}" dt="2024-03-30T07:53:59.714" v="2052" actId="1076"/>
          <ac:cxnSpMkLst>
            <pc:docMk/>
            <pc:sldMk cId="379158462" sldId="293"/>
            <ac:cxnSpMk id="18" creationId="{D51D3967-7DA6-EB5E-8CF3-7CFF41735FA6}"/>
          </ac:cxnSpMkLst>
        </pc:cxnChg>
        <pc:cxnChg chg="add del mod">
          <ac:chgData name="priyankarukesh@gmail.com" userId="c25336cf216f5b14" providerId="LiveId" clId="{290234BA-2751-40C0-BA6B-F64C76FBC314}" dt="2024-03-30T07:58:30.855" v="2175" actId="21"/>
          <ac:cxnSpMkLst>
            <pc:docMk/>
            <pc:sldMk cId="379158462" sldId="293"/>
            <ac:cxnSpMk id="32" creationId="{6E6163DF-B64E-C269-DB3C-EA4EFBE77AA6}"/>
          </ac:cxnSpMkLst>
        </pc:cxnChg>
        <pc:cxnChg chg="add mod">
          <ac:chgData name="priyankarukesh@gmail.com" userId="c25336cf216f5b14" providerId="LiveId" clId="{290234BA-2751-40C0-BA6B-F64C76FBC314}" dt="2024-03-30T07:48:39.981" v="1801" actId="13822"/>
          <ac:cxnSpMkLst>
            <pc:docMk/>
            <pc:sldMk cId="379158462" sldId="293"/>
            <ac:cxnSpMk id="35" creationId="{4003059E-3380-5602-5A70-8FFC1DE3E076}"/>
          </ac:cxnSpMkLst>
        </pc:cxnChg>
        <pc:cxnChg chg="add del mod">
          <ac:chgData name="priyankarukesh@gmail.com" userId="c25336cf216f5b14" providerId="LiveId" clId="{290234BA-2751-40C0-BA6B-F64C76FBC314}" dt="2024-03-30T07:49:02.749" v="1809" actId="11529"/>
          <ac:cxnSpMkLst>
            <pc:docMk/>
            <pc:sldMk cId="379158462" sldId="293"/>
            <ac:cxnSpMk id="37" creationId="{7705CB5E-4BF9-02EC-B982-EA52D76EFB3A}"/>
          </ac:cxnSpMkLst>
        </pc:cxnChg>
        <pc:cxnChg chg="add mod">
          <ac:chgData name="priyankarukesh@gmail.com" userId="c25336cf216f5b14" providerId="LiveId" clId="{290234BA-2751-40C0-BA6B-F64C76FBC314}" dt="2024-03-30T07:49:12.564" v="1811" actId="13822"/>
          <ac:cxnSpMkLst>
            <pc:docMk/>
            <pc:sldMk cId="379158462" sldId="293"/>
            <ac:cxnSpMk id="41" creationId="{CB66661C-1514-B460-457B-6F4D721282DF}"/>
          </ac:cxnSpMkLst>
        </pc:cxnChg>
        <pc:cxnChg chg="add mod">
          <ac:chgData name="priyankarukesh@gmail.com" userId="c25336cf216f5b14" providerId="LiveId" clId="{290234BA-2751-40C0-BA6B-F64C76FBC314}" dt="2024-03-30T07:49:24.346" v="1813" actId="1076"/>
          <ac:cxnSpMkLst>
            <pc:docMk/>
            <pc:sldMk cId="379158462" sldId="293"/>
            <ac:cxnSpMk id="42" creationId="{646B0065-B0D9-59FC-3909-E64A1C09BBEA}"/>
          </ac:cxnSpMkLst>
        </pc:cxnChg>
        <pc:cxnChg chg="add mod">
          <ac:chgData name="priyankarukesh@gmail.com" userId="c25336cf216f5b14" providerId="LiveId" clId="{290234BA-2751-40C0-BA6B-F64C76FBC314}" dt="2024-03-30T07:49:35.176" v="1815" actId="1076"/>
          <ac:cxnSpMkLst>
            <pc:docMk/>
            <pc:sldMk cId="379158462" sldId="293"/>
            <ac:cxnSpMk id="43" creationId="{EB7D9D05-F2A6-CBE3-83E7-31A23A62BA0A}"/>
          </ac:cxnSpMkLst>
        </pc:cxnChg>
        <pc:cxnChg chg="add mod">
          <ac:chgData name="priyankarukesh@gmail.com" userId="c25336cf216f5b14" providerId="LiveId" clId="{290234BA-2751-40C0-BA6B-F64C76FBC314}" dt="2024-03-30T07:50:00.771" v="1818" actId="1076"/>
          <ac:cxnSpMkLst>
            <pc:docMk/>
            <pc:sldMk cId="379158462" sldId="293"/>
            <ac:cxnSpMk id="44" creationId="{FC01E854-F90E-3832-31E5-6B098EB23E17}"/>
          </ac:cxnSpMkLst>
        </pc:cxnChg>
        <pc:cxnChg chg="add mod">
          <ac:chgData name="priyankarukesh@gmail.com" userId="c25336cf216f5b14" providerId="LiveId" clId="{290234BA-2751-40C0-BA6B-F64C76FBC314}" dt="2024-03-30T07:50:08.443" v="1820" actId="1076"/>
          <ac:cxnSpMkLst>
            <pc:docMk/>
            <pc:sldMk cId="379158462" sldId="293"/>
            <ac:cxnSpMk id="45" creationId="{F747FDB8-2173-4668-FF20-481487EF1A78}"/>
          </ac:cxnSpMkLst>
        </pc:cxnChg>
        <pc:cxnChg chg="add mod">
          <ac:chgData name="priyankarukesh@gmail.com" userId="c25336cf216f5b14" providerId="LiveId" clId="{290234BA-2751-40C0-BA6B-F64C76FBC314}" dt="2024-03-30T07:58:46.137" v="2179" actId="14100"/>
          <ac:cxnSpMkLst>
            <pc:docMk/>
            <pc:sldMk cId="379158462" sldId="293"/>
            <ac:cxnSpMk id="52" creationId="{6E6163DF-B64E-C269-DB3C-EA4EFBE77AA6}"/>
          </ac:cxnSpMkLst>
        </pc:cxnChg>
      </pc:sldChg>
      <pc:sldChg chg="addSp modSp new mod">
        <pc:chgData name="priyankarukesh@gmail.com" userId="c25336cf216f5b14" providerId="LiveId" clId="{290234BA-2751-40C0-BA6B-F64C76FBC314}" dt="2024-03-30T06:25:53.333" v="1059" actId="14100"/>
        <pc:sldMkLst>
          <pc:docMk/>
          <pc:sldMk cId="268029323" sldId="294"/>
        </pc:sldMkLst>
        <pc:spChg chg="mod">
          <ac:chgData name="priyankarukesh@gmail.com" userId="c25336cf216f5b14" providerId="LiveId" clId="{290234BA-2751-40C0-BA6B-F64C76FBC314}" dt="2024-03-30T06:16:36.295" v="1054" actId="14100"/>
          <ac:spMkLst>
            <pc:docMk/>
            <pc:sldMk cId="268029323" sldId="294"/>
            <ac:spMk id="2" creationId="{364649F5-D837-B982-3422-C604B345783A}"/>
          </ac:spMkLst>
        </pc:spChg>
        <pc:spChg chg="mod">
          <ac:chgData name="priyankarukesh@gmail.com" userId="c25336cf216f5b14" providerId="LiveId" clId="{290234BA-2751-40C0-BA6B-F64C76FBC314}" dt="2024-03-30T06:21:44.552" v="1055" actId="14100"/>
          <ac:spMkLst>
            <pc:docMk/>
            <pc:sldMk cId="268029323" sldId="294"/>
            <ac:spMk id="3" creationId="{71B97A8E-4203-6492-FF8D-6ED27B2A9841}"/>
          </ac:spMkLst>
        </pc:spChg>
        <pc:picChg chg="add mod">
          <ac:chgData name="priyankarukesh@gmail.com" userId="c25336cf216f5b14" providerId="LiveId" clId="{290234BA-2751-40C0-BA6B-F64C76FBC314}" dt="2024-03-30T06:25:53.333" v="1059" actId="14100"/>
          <ac:picMkLst>
            <pc:docMk/>
            <pc:sldMk cId="268029323" sldId="294"/>
            <ac:picMk id="1026" creationId="{127A71ED-48D8-90C2-BB68-5C8AB944AE39}"/>
          </ac:picMkLst>
        </pc:picChg>
      </pc:sldChg>
      <pc:sldChg chg="addSp delSp modSp new del mod">
        <pc:chgData name="priyankarukesh@gmail.com" userId="c25336cf216f5b14" providerId="LiveId" clId="{290234BA-2751-40C0-BA6B-F64C76FBC314}" dt="2024-03-30T08:07:23.681" v="2466" actId="47"/>
        <pc:sldMkLst>
          <pc:docMk/>
          <pc:sldMk cId="432964566" sldId="295"/>
        </pc:sldMkLst>
        <pc:spChg chg="del">
          <ac:chgData name="priyankarukesh@gmail.com" userId="c25336cf216f5b14" providerId="LiveId" clId="{290234BA-2751-40C0-BA6B-F64C76FBC314}" dt="2024-03-30T06:47:48.176" v="1079" actId="478"/>
          <ac:spMkLst>
            <pc:docMk/>
            <pc:sldMk cId="432964566" sldId="295"/>
            <ac:spMk id="2" creationId="{94C720E6-48B7-B20D-21B4-165B1AE57B8F}"/>
          </ac:spMkLst>
        </pc:spChg>
        <pc:spChg chg="del mod">
          <ac:chgData name="priyankarukesh@gmail.com" userId="c25336cf216f5b14" providerId="LiveId" clId="{290234BA-2751-40C0-BA6B-F64C76FBC314}" dt="2024-03-30T06:47:54.410" v="1081"/>
          <ac:spMkLst>
            <pc:docMk/>
            <pc:sldMk cId="432964566" sldId="295"/>
            <ac:spMk id="3" creationId="{DA12097E-4041-E19E-6DEF-DC8929D957AA}"/>
          </ac:spMkLst>
        </pc:spChg>
        <pc:spChg chg="add del mod">
          <ac:chgData name="priyankarukesh@gmail.com" userId="c25336cf216f5b14" providerId="LiveId" clId="{290234BA-2751-40C0-BA6B-F64C76FBC314}" dt="2024-03-30T06:48:01.958" v="1082"/>
          <ac:spMkLst>
            <pc:docMk/>
            <pc:sldMk cId="432964566" sldId="295"/>
            <ac:spMk id="4" creationId="{096AA9BE-E58A-23DF-1138-A77EED31B57A}"/>
          </ac:spMkLst>
        </pc:spChg>
        <pc:spChg chg="add del mod">
          <ac:chgData name="priyankarukesh@gmail.com" userId="c25336cf216f5b14" providerId="LiveId" clId="{290234BA-2751-40C0-BA6B-F64C76FBC314}" dt="2024-03-30T06:55:47.248" v="1148" actId="478"/>
          <ac:spMkLst>
            <pc:docMk/>
            <pc:sldMk cId="432964566" sldId="295"/>
            <ac:spMk id="5" creationId="{E3A9D057-C41E-321A-99FF-88CA9E106706}"/>
          </ac:spMkLst>
        </pc:spChg>
        <pc:spChg chg="add del mod">
          <ac:chgData name="priyankarukesh@gmail.com" userId="c25336cf216f5b14" providerId="LiveId" clId="{290234BA-2751-40C0-BA6B-F64C76FBC314}" dt="2024-03-30T06:56:49.827" v="1155" actId="21"/>
          <ac:spMkLst>
            <pc:docMk/>
            <pc:sldMk cId="432964566" sldId="295"/>
            <ac:spMk id="6" creationId="{CA1BDA5B-B061-91E5-F1BF-553AA642F0C9}"/>
          </ac:spMkLst>
        </pc:spChg>
        <pc:spChg chg="add del mod">
          <ac:chgData name="priyankarukesh@gmail.com" userId="c25336cf216f5b14" providerId="LiveId" clId="{290234BA-2751-40C0-BA6B-F64C76FBC314}" dt="2024-03-30T06:51:41.382" v="1103" actId="478"/>
          <ac:spMkLst>
            <pc:docMk/>
            <pc:sldMk cId="432964566" sldId="295"/>
            <ac:spMk id="7" creationId="{C0B4CED1-8EFC-2A51-FCB1-FE442713AA99}"/>
          </ac:spMkLst>
        </pc:spChg>
        <pc:spChg chg="add del mod">
          <ac:chgData name="priyankarukesh@gmail.com" userId="c25336cf216f5b14" providerId="LiveId" clId="{290234BA-2751-40C0-BA6B-F64C76FBC314}" dt="2024-03-30T06:56:49.827" v="1155" actId="21"/>
          <ac:spMkLst>
            <pc:docMk/>
            <pc:sldMk cId="432964566" sldId="295"/>
            <ac:spMk id="8" creationId="{FB0F49FF-243B-B29F-91D5-598CBD4B3FED}"/>
          </ac:spMkLst>
        </pc:spChg>
        <pc:cxnChg chg="add del mod">
          <ac:chgData name="priyankarukesh@gmail.com" userId="c25336cf216f5b14" providerId="LiveId" clId="{290234BA-2751-40C0-BA6B-F64C76FBC314}" dt="2024-03-30T06:56:49.827" v="1155" actId="21"/>
          <ac:cxnSpMkLst>
            <pc:docMk/>
            <pc:sldMk cId="432964566" sldId="295"/>
            <ac:cxnSpMk id="10" creationId="{D90CBE09-E081-17D0-2428-1D3B1A51F6DB}"/>
          </ac:cxnSpMkLst>
        </pc:cxnChg>
        <pc:cxnChg chg="add del mod">
          <ac:chgData name="priyankarukesh@gmail.com" userId="c25336cf216f5b14" providerId="LiveId" clId="{290234BA-2751-40C0-BA6B-F64C76FBC314}" dt="2024-03-30T06:56:49.827" v="1155" actId="21"/>
          <ac:cxnSpMkLst>
            <pc:docMk/>
            <pc:sldMk cId="432964566" sldId="295"/>
            <ac:cxnSpMk id="12" creationId="{C650B37E-AE8D-F86D-42FB-B3539A96012D}"/>
          </ac:cxnSpMkLst>
        </pc:cxnChg>
        <pc:cxnChg chg="add del mod">
          <ac:chgData name="priyankarukesh@gmail.com" userId="c25336cf216f5b14" providerId="LiveId" clId="{290234BA-2751-40C0-BA6B-F64C76FBC314}" dt="2024-03-30T06:56:49.827" v="1155" actId="21"/>
          <ac:cxnSpMkLst>
            <pc:docMk/>
            <pc:sldMk cId="432964566" sldId="295"/>
            <ac:cxnSpMk id="14" creationId="{6AD41F33-3ED7-5547-E96F-8FCA1AC7965B}"/>
          </ac:cxnSpMkLst>
        </pc:cxnChg>
        <pc:cxnChg chg="add del">
          <ac:chgData name="priyankarukesh@gmail.com" userId="c25336cf216f5b14" providerId="LiveId" clId="{290234BA-2751-40C0-BA6B-F64C76FBC314}" dt="2024-03-30T06:53:38.381" v="1129" actId="478"/>
          <ac:cxnSpMkLst>
            <pc:docMk/>
            <pc:sldMk cId="432964566" sldId="295"/>
            <ac:cxnSpMk id="19" creationId="{EA67B559-2EAB-7D45-75A8-4EF3908A6323}"/>
          </ac:cxnSpMkLst>
        </pc:cxnChg>
        <pc:cxnChg chg="add del mod">
          <ac:chgData name="priyankarukesh@gmail.com" userId="c25336cf216f5b14" providerId="LiveId" clId="{290234BA-2751-40C0-BA6B-F64C76FBC314}" dt="2024-03-30T06:56:49.827" v="1155" actId="21"/>
          <ac:cxnSpMkLst>
            <pc:docMk/>
            <pc:sldMk cId="432964566" sldId="295"/>
            <ac:cxnSpMk id="21" creationId="{701AD027-C364-DD26-C0D6-03790E7A19C7}"/>
          </ac:cxnSpMkLst>
        </pc:cxnChg>
        <pc:cxnChg chg="add del mod">
          <ac:chgData name="priyankarukesh@gmail.com" userId="c25336cf216f5b14" providerId="LiveId" clId="{290234BA-2751-40C0-BA6B-F64C76FBC314}" dt="2024-03-30T06:56:49.827" v="1155" actId="21"/>
          <ac:cxnSpMkLst>
            <pc:docMk/>
            <pc:sldMk cId="432964566" sldId="295"/>
            <ac:cxnSpMk id="23" creationId="{055DC156-DE72-886C-CA7F-173EFCC3AF7D}"/>
          </ac:cxnSpMkLst>
        </pc:cxnChg>
        <pc:cxnChg chg="add del">
          <ac:chgData name="priyankarukesh@gmail.com" userId="c25336cf216f5b14" providerId="LiveId" clId="{290234BA-2751-40C0-BA6B-F64C76FBC314}" dt="2024-03-30T06:54:21.121" v="1135" actId="478"/>
          <ac:cxnSpMkLst>
            <pc:docMk/>
            <pc:sldMk cId="432964566" sldId="295"/>
            <ac:cxnSpMk id="25" creationId="{0669A887-0B6C-7E4F-642F-28C627DE0800}"/>
          </ac:cxnSpMkLst>
        </pc:cxnChg>
        <pc:cxnChg chg="add del mod">
          <ac:chgData name="priyankarukesh@gmail.com" userId="c25336cf216f5b14" providerId="LiveId" clId="{290234BA-2751-40C0-BA6B-F64C76FBC314}" dt="2024-03-30T06:56:49.827" v="1155" actId="21"/>
          <ac:cxnSpMkLst>
            <pc:docMk/>
            <pc:sldMk cId="432964566" sldId="295"/>
            <ac:cxnSpMk id="27" creationId="{BCE51816-E667-6692-BC5B-9F43FEC3D0AD}"/>
          </ac:cxnSpMkLst>
        </pc:cxnChg>
      </pc:sldChg>
      <pc:sldChg chg="addSp delSp modSp new mod">
        <pc:chgData name="priyankarukesh@gmail.com" userId="c25336cf216f5b14" providerId="LiveId" clId="{290234BA-2751-40C0-BA6B-F64C76FBC314}" dt="2024-03-30T08:05:41.703" v="2465" actId="20577"/>
        <pc:sldMkLst>
          <pc:docMk/>
          <pc:sldMk cId="2213261498" sldId="296"/>
        </pc:sldMkLst>
        <pc:spChg chg="del">
          <ac:chgData name="priyankarukesh@gmail.com" userId="c25336cf216f5b14" providerId="LiveId" clId="{290234BA-2751-40C0-BA6B-F64C76FBC314}" dt="2024-03-30T07:55:48.549" v="2153" actId="478"/>
          <ac:spMkLst>
            <pc:docMk/>
            <pc:sldMk cId="2213261498" sldId="296"/>
            <ac:spMk id="2" creationId="{56D2BCBD-DFC7-2590-32F8-BB548E82629F}"/>
          </ac:spMkLst>
        </pc:spChg>
        <pc:spChg chg="add del mod">
          <ac:chgData name="priyankarukesh@gmail.com" userId="c25336cf216f5b14" providerId="LiveId" clId="{290234BA-2751-40C0-BA6B-F64C76FBC314}" dt="2024-03-30T08:05:41.703" v="2465" actId="20577"/>
          <ac:spMkLst>
            <pc:docMk/>
            <pc:sldMk cId="2213261498" sldId="296"/>
            <ac:spMk id="3" creationId="{F6D4F350-7D65-08C3-BE62-D9A0DF8A6A56}"/>
          </ac:spMkLst>
        </pc:spChg>
        <pc:spChg chg="add mod">
          <ac:chgData name="priyankarukesh@gmail.com" userId="c25336cf216f5b14" providerId="LiveId" clId="{290234BA-2751-40C0-BA6B-F64C76FBC314}" dt="2024-03-30T07:59:09.122" v="2210" actId="20577"/>
          <ac:spMkLst>
            <pc:docMk/>
            <pc:sldMk cId="2213261498" sldId="296"/>
            <ac:spMk id="4" creationId="{3ED6F85E-E2C9-3F14-364A-46EB602BED20}"/>
          </ac:spMkLst>
        </pc:spChg>
        <pc:spChg chg="add mod">
          <ac:chgData name="priyankarukesh@gmail.com" userId="c25336cf216f5b14" providerId="LiveId" clId="{290234BA-2751-40C0-BA6B-F64C76FBC314}" dt="2024-03-30T07:56:35.526" v="2163"/>
          <ac:spMkLst>
            <pc:docMk/>
            <pc:sldMk cId="2213261498" sldId="296"/>
            <ac:spMk id="5" creationId="{614D09CA-A84C-A68E-B2EA-9677A28329C7}"/>
          </ac:spMkLst>
        </pc:spChg>
        <pc:spChg chg="add mod">
          <ac:chgData name="priyankarukesh@gmail.com" userId="c25336cf216f5b14" providerId="LiveId" clId="{290234BA-2751-40C0-BA6B-F64C76FBC314}" dt="2024-03-30T07:56:00.613" v="2157"/>
          <ac:spMkLst>
            <pc:docMk/>
            <pc:sldMk cId="2213261498" sldId="296"/>
            <ac:spMk id="6" creationId="{01618BD7-1236-3D84-20B2-8DC8FA700C74}"/>
          </ac:spMkLst>
        </pc:spChg>
        <pc:spChg chg="add mod">
          <ac:chgData name="priyankarukesh@gmail.com" userId="c25336cf216f5b14" providerId="LiveId" clId="{290234BA-2751-40C0-BA6B-F64C76FBC314}" dt="2024-03-30T08:00:09.051" v="2237" actId="1076"/>
          <ac:spMkLst>
            <pc:docMk/>
            <pc:sldMk cId="2213261498" sldId="296"/>
            <ac:spMk id="7" creationId="{8AB3EF4A-30EE-67CC-6B66-4A6F57EE7C1F}"/>
          </ac:spMkLst>
        </pc:spChg>
        <pc:spChg chg="add mod">
          <ac:chgData name="priyankarukesh@gmail.com" userId="c25336cf216f5b14" providerId="LiveId" clId="{290234BA-2751-40C0-BA6B-F64C76FBC314}" dt="2024-03-30T07:56:59.401" v="2167"/>
          <ac:spMkLst>
            <pc:docMk/>
            <pc:sldMk cId="2213261498" sldId="296"/>
            <ac:spMk id="8" creationId="{C715D0AE-6B41-1CB5-7F54-9C56DB50EAC5}"/>
          </ac:spMkLst>
        </pc:spChg>
        <pc:spChg chg="add mod">
          <ac:chgData name="priyankarukesh@gmail.com" userId="c25336cf216f5b14" providerId="LiveId" clId="{290234BA-2751-40C0-BA6B-F64C76FBC314}" dt="2024-03-30T07:59:27.939" v="2228" actId="14100"/>
          <ac:spMkLst>
            <pc:docMk/>
            <pc:sldMk cId="2213261498" sldId="296"/>
            <ac:spMk id="9" creationId="{A03054CC-180B-8615-E381-51B168C81245}"/>
          </ac:spMkLst>
        </pc:spChg>
        <pc:spChg chg="add mod">
          <ac:chgData name="priyankarukesh@gmail.com" userId="c25336cf216f5b14" providerId="LiveId" clId="{290234BA-2751-40C0-BA6B-F64C76FBC314}" dt="2024-03-30T07:59:01.755" v="2202" actId="20577"/>
          <ac:spMkLst>
            <pc:docMk/>
            <pc:sldMk cId="2213261498" sldId="296"/>
            <ac:spMk id="10" creationId="{8A9351A0-46F1-2BE8-7A3E-B93838AEC7BA}"/>
          </ac:spMkLst>
        </pc:spChg>
        <pc:spChg chg="add mod">
          <ac:chgData name="priyankarukesh@gmail.com" userId="c25336cf216f5b14" providerId="LiveId" clId="{290234BA-2751-40C0-BA6B-F64C76FBC314}" dt="2024-03-30T08:02:52.427" v="2261" actId="14100"/>
          <ac:spMkLst>
            <pc:docMk/>
            <pc:sldMk cId="2213261498" sldId="296"/>
            <ac:spMk id="27" creationId="{17ADF044-78C5-AB2B-2E9D-067402067070}"/>
          </ac:spMkLst>
        </pc:spChg>
        <pc:spChg chg="add mod">
          <ac:chgData name="priyankarukesh@gmail.com" userId="c25336cf216f5b14" providerId="LiveId" clId="{290234BA-2751-40C0-BA6B-F64C76FBC314}" dt="2024-03-30T08:03:10.171" v="2265" actId="20577"/>
          <ac:spMkLst>
            <pc:docMk/>
            <pc:sldMk cId="2213261498" sldId="296"/>
            <ac:spMk id="28" creationId="{710289D7-31ED-C4A1-CE06-CFF9B57601D2}"/>
          </ac:spMkLst>
        </pc:spChg>
        <pc:cxnChg chg="add mod">
          <ac:chgData name="priyankarukesh@gmail.com" userId="c25336cf216f5b14" providerId="LiveId" clId="{290234BA-2751-40C0-BA6B-F64C76FBC314}" dt="2024-03-30T07:59:36.564" v="2230" actId="13822"/>
          <ac:cxnSpMkLst>
            <pc:docMk/>
            <pc:sldMk cId="2213261498" sldId="296"/>
            <ac:cxnSpMk id="12" creationId="{434160BD-3F41-B4BF-8F50-FD777F047641}"/>
          </ac:cxnSpMkLst>
        </pc:cxnChg>
        <pc:cxnChg chg="add mod">
          <ac:chgData name="priyankarukesh@gmail.com" userId="c25336cf216f5b14" providerId="LiveId" clId="{290234BA-2751-40C0-BA6B-F64C76FBC314}" dt="2024-03-30T07:59:52.424" v="2233" actId="14100"/>
          <ac:cxnSpMkLst>
            <pc:docMk/>
            <pc:sldMk cId="2213261498" sldId="296"/>
            <ac:cxnSpMk id="13" creationId="{8884CE70-2CD9-D580-C3C8-1EDF77091103}"/>
          </ac:cxnSpMkLst>
        </pc:cxnChg>
        <pc:cxnChg chg="add mod">
          <ac:chgData name="priyankarukesh@gmail.com" userId="c25336cf216f5b14" providerId="LiveId" clId="{290234BA-2751-40C0-BA6B-F64C76FBC314}" dt="2024-03-30T08:01:12.731" v="2248" actId="14100"/>
          <ac:cxnSpMkLst>
            <pc:docMk/>
            <pc:sldMk cId="2213261498" sldId="296"/>
            <ac:cxnSpMk id="15" creationId="{96A0D667-C8C5-219C-B1B9-0BD6040A4E7D}"/>
          </ac:cxnSpMkLst>
        </pc:cxnChg>
        <pc:cxnChg chg="add mod">
          <ac:chgData name="priyankarukesh@gmail.com" userId="c25336cf216f5b14" providerId="LiveId" clId="{290234BA-2751-40C0-BA6B-F64C76FBC314}" dt="2024-03-30T08:01:02.980" v="2247" actId="14100"/>
          <ac:cxnSpMkLst>
            <pc:docMk/>
            <pc:sldMk cId="2213261498" sldId="296"/>
            <ac:cxnSpMk id="19" creationId="{9F40130F-F3B3-9C62-F7F8-3A292D3E7E21}"/>
          </ac:cxnSpMkLst>
        </pc:cxnChg>
        <pc:cxnChg chg="add mod">
          <ac:chgData name="priyankarukesh@gmail.com" userId="c25336cf216f5b14" providerId="LiveId" clId="{290234BA-2751-40C0-BA6B-F64C76FBC314}" dt="2024-03-30T08:04:41.226" v="2410" actId="13822"/>
          <ac:cxnSpMkLst>
            <pc:docMk/>
            <pc:sldMk cId="2213261498" sldId="296"/>
            <ac:cxnSpMk id="30" creationId="{7E8E2A0A-5AD2-5439-6412-192290472AFF}"/>
          </ac:cxnSpMkLst>
        </pc:cxnChg>
        <pc:cxnChg chg="add mod">
          <ac:chgData name="priyankarukesh@gmail.com" userId="c25336cf216f5b14" providerId="LiveId" clId="{290234BA-2751-40C0-BA6B-F64C76FBC314}" dt="2024-03-30T08:04:55.226" v="2413" actId="14100"/>
          <ac:cxnSpMkLst>
            <pc:docMk/>
            <pc:sldMk cId="2213261498" sldId="296"/>
            <ac:cxnSpMk id="31" creationId="{3388D85C-42D1-F62D-C1D1-BD389CC7711A}"/>
          </ac:cxnSpMkLst>
        </pc:cxnChg>
      </pc:sldChg>
      <pc:sldChg chg="addSp delSp modSp new mod">
        <pc:chgData name="priyankarukesh@gmail.com" userId="c25336cf216f5b14" providerId="LiveId" clId="{290234BA-2751-40C0-BA6B-F64C76FBC314}" dt="2024-03-30T06:59:01.007" v="1315" actId="20577"/>
        <pc:sldMkLst>
          <pc:docMk/>
          <pc:sldMk cId="3220692328" sldId="297"/>
        </pc:sldMkLst>
        <pc:spChg chg="del">
          <ac:chgData name="priyankarukesh@gmail.com" userId="c25336cf216f5b14" providerId="LiveId" clId="{290234BA-2751-40C0-BA6B-F64C76FBC314}" dt="2024-03-30T06:57:20.744" v="1170" actId="478"/>
          <ac:spMkLst>
            <pc:docMk/>
            <pc:sldMk cId="3220692328" sldId="297"/>
            <ac:spMk id="2" creationId="{58D9A236-D3B0-96F1-82A5-34BFA553662A}"/>
          </ac:spMkLst>
        </pc:spChg>
        <pc:spChg chg="mod">
          <ac:chgData name="priyankarukesh@gmail.com" userId="c25336cf216f5b14" providerId="LiveId" clId="{290234BA-2751-40C0-BA6B-F64C76FBC314}" dt="2024-03-30T06:58:36.495" v="1305" actId="20577"/>
          <ac:spMkLst>
            <pc:docMk/>
            <pc:sldMk cId="3220692328" sldId="297"/>
            <ac:spMk id="3" creationId="{72427194-167B-9CDC-FC7D-EE2DA4EFD31C}"/>
          </ac:spMkLst>
        </pc:spChg>
        <pc:spChg chg="add mod">
          <ac:chgData name="priyankarukesh@gmail.com" userId="c25336cf216f5b14" providerId="LiveId" clId="{290234BA-2751-40C0-BA6B-F64C76FBC314}" dt="2024-03-30T06:56:55.616" v="1157"/>
          <ac:spMkLst>
            <pc:docMk/>
            <pc:sldMk cId="3220692328" sldId="297"/>
            <ac:spMk id="6" creationId="{CA1BDA5B-B061-91E5-F1BF-553AA642F0C9}"/>
          </ac:spMkLst>
        </pc:spChg>
        <pc:spChg chg="add mod">
          <ac:chgData name="priyankarukesh@gmail.com" userId="c25336cf216f5b14" providerId="LiveId" clId="{290234BA-2751-40C0-BA6B-F64C76FBC314}" dt="2024-03-30T06:59:01.007" v="1315" actId="20577"/>
          <ac:spMkLst>
            <pc:docMk/>
            <pc:sldMk cId="3220692328" sldId="297"/>
            <ac:spMk id="8" creationId="{FB0F49FF-243B-B29F-91D5-598CBD4B3FED}"/>
          </ac:spMkLst>
        </pc:spChg>
        <pc:cxnChg chg="add mod">
          <ac:chgData name="priyankarukesh@gmail.com" userId="c25336cf216f5b14" providerId="LiveId" clId="{290234BA-2751-40C0-BA6B-F64C76FBC314}" dt="2024-03-30T06:56:55.616" v="1157"/>
          <ac:cxnSpMkLst>
            <pc:docMk/>
            <pc:sldMk cId="3220692328" sldId="297"/>
            <ac:cxnSpMk id="10" creationId="{D90CBE09-E081-17D0-2428-1D3B1A51F6DB}"/>
          </ac:cxnSpMkLst>
        </pc:cxnChg>
        <pc:cxnChg chg="add mod">
          <ac:chgData name="priyankarukesh@gmail.com" userId="c25336cf216f5b14" providerId="LiveId" clId="{290234BA-2751-40C0-BA6B-F64C76FBC314}" dt="2024-03-30T06:56:55.616" v="1157"/>
          <ac:cxnSpMkLst>
            <pc:docMk/>
            <pc:sldMk cId="3220692328" sldId="297"/>
            <ac:cxnSpMk id="12" creationId="{C650B37E-AE8D-F86D-42FB-B3539A96012D}"/>
          </ac:cxnSpMkLst>
        </pc:cxnChg>
        <pc:cxnChg chg="add mod">
          <ac:chgData name="priyankarukesh@gmail.com" userId="c25336cf216f5b14" providerId="LiveId" clId="{290234BA-2751-40C0-BA6B-F64C76FBC314}" dt="2024-03-30T06:56:55.616" v="1157"/>
          <ac:cxnSpMkLst>
            <pc:docMk/>
            <pc:sldMk cId="3220692328" sldId="297"/>
            <ac:cxnSpMk id="14" creationId="{6AD41F33-3ED7-5547-E96F-8FCA1AC7965B}"/>
          </ac:cxnSpMkLst>
        </pc:cxnChg>
        <pc:cxnChg chg="add mod">
          <ac:chgData name="priyankarukesh@gmail.com" userId="c25336cf216f5b14" providerId="LiveId" clId="{290234BA-2751-40C0-BA6B-F64C76FBC314}" dt="2024-03-30T06:56:55.616" v="1157"/>
          <ac:cxnSpMkLst>
            <pc:docMk/>
            <pc:sldMk cId="3220692328" sldId="297"/>
            <ac:cxnSpMk id="21" creationId="{701AD027-C364-DD26-C0D6-03790E7A19C7}"/>
          </ac:cxnSpMkLst>
        </pc:cxnChg>
        <pc:cxnChg chg="add mod">
          <ac:chgData name="priyankarukesh@gmail.com" userId="c25336cf216f5b14" providerId="LiveId" clId="{290234BA-2751-40C0-BA6B-F64C76FBC314}" dt="2024-03-30T06:56:55.616" v="1157"/>
          <ac:cxnSpMkLst>
            <pc:docMk/>
            <pc:sldMk cId="3220692328" sldId="297"/>
            <ac:cxnSpMk id="23" creationId="{055DC156-DE72-886C-CA7F-173EFCC3AF7D}"/>
          </ac:cxnSpMkLst>
        </pc:cxnChg>
        <pc:cxnChg chg="add mod">
          <ac:chgData name="priyankarukesh@gmail.com" userId="c25336cf216f5b14" providerId="LiveId" clId="{290234BA-2751-40C0-BA6B-F64C76FBC314}" dt="2024-03-30T06:56:55.616" v="1157"/>
          <ac:cxnSpMkLst>
            <pc:docMk/>
            <pc:sldMk cId="3220692328" sldId="297"/>
            <ac:cxnSpMk id="27" creationId="{BCE51816-E667-6692-BC5B-9F43FEC3D0AD}"/>
          </ac:cxnSpMkLst>
        </pc:cxnChg>
      </pc:sldChg>
      <pc:sldChg chg="addSp delSp modSp new mod">
        <pc:chgData name="priyankarukesh@gmail.com" userId="c25336cf216f5b14" providerId="LiveId" clId="{290234BA-2751-40C0-BA6B-F64C76FBC314}" dt="2024-03-30T07:10:25.825" v="1396" actId="20577"/>
        <pc:sldMkLst>
          <pc:docMk/>
          <pc:sldMk cId="1727953133" sldId="298"/>
        </pc:sldMkLst>
        <pc:spChg chg="del">
          <ac:chgData name="priyankarukesh@gmail.com" userId="c25336cf216f5b14" providerId="LiveId" clId="{290234BA-2751-40C0-BA6B-F64C76FBC314}" dt="2024-03-30T06:59:51.239" v="1317" actId="478"/>
          <ac:spMkLst>
            <pc:docMk/>
            <pc:sldMk cId="1727953133" sldId="298"/>
            <ac:spMk id="2" creationId="{F6A4F4B4-D635-B1E2-BF7D-69BF9C582722}"/>
          </ac:spMkLst>
        </pc:spChg>
        <pc:spChg chg="mod">
          <ac:chgData name="priyankarukesh@gmail.com" userId="c25336cf216f5b14" providerId="LiveId" clId="{290234BA-2751-40C0-BA6B-F64C76FBC314}" dt="2024-03-30T07:00:52.131" v="1361" actId="20577"/>
          <ac:spMkLst>
            <pc:docMk/>
            <pc:sldMk cId="1727953133" sldId="298"/>
            <ac:spMk id="3" creationId="{72060FAE-D878-D232-8C87-3927CB350E2B}"/>
          </ac:spMkLst>
        </pc:spChg>
        <pc:spChg chg="add mod">
          <ac:chgData name="priyankarukesh@gmail.com" userId="c25336cf216f5b14" providerId="LiveId" clId="{290234BA-2751-40C0-BA6B-F64C76FBC314}" dt="2024-03-30T07:10:12.502" v="1383" actId="20577"/>
          <ac:spMkLst>
            <pc:docMk/>
            <pc:sldMk cId="1727953133" sldId="298"/>
            <ac:spMk id="4" creationId="{E46E3DAD-5004-E2C4-98E0-F11ADD3FEFD6}"/>
          </ac:spMkLst>
        </pc:spChg>
        <pc:spChg chg="add mod">
          <ac:chgData name="priyankarukesh@gmail.com" userId="c25336cf216f5b14" providerId="LiveId" clId="{290234BA-2751-40C0-BA6B-F64C76FBC314}" dt="2024-03-30T07:10:25.825" v="1396" actId="20577"/>
          <ac:spMkLst>
            <pc:docMk/>
            <pc:sldMk cId="1727953133" sldId="298"/>
            <ac:spMk id="5" creationId="{BA37639E-2070-CD27-C3AD-D4061C61E944}"/>
          </ac:spMkLst>
        </pc:spChg>
        <pc:cxnChg chg="add mod">
          <ac:chgData name="priyankarukesh@gmail.com" userId="c25336cf216f5b14" providerId="LiveId" clId="{290234BA-2751-40C0-BA6B-F64C76FBC314}" dt="2024-03-30T07:09:59.766" v="1376" actId="14100"/>
          <ac:cxnSpMkLst>
            <pc:docMk/>
            <pc:sldMk cId="1727953133" sldId="298"/>
            <ac:cxnSpMk id="7" creationId="{E5991162-A1E8-8F4A-20DD-6C44015715E7}"/>
          </ac:cxnSpMkLst>
        </pc:cxnChg>
      </pc:sldChg>
      <pc:sldChg chg="addSp delSp modSp new mod">
        <pc:chgData name="priyankarukesh@gmail.com" userId="c25336cf216f5b14" providerId="LiveId" clId="{290234BA-2751-40C0-BA6B-F64C76FBC314}" dt="2024-03-30T07:14:58.478" v="1458" actId="13822"/>
        <pc:sldMkLst>
          <pc:docMk/>
          <pc:sldMk cId="121823903" sldId="299"/>
        </pc:sldMkLst>
        <pc:spChg chg="del">
          <ac:chgData name="priyankarukesh@gmail.com" userId="c25336cf216f5b14" providerId="LiveId" clId="{290234BA-2751-40C0-BA6B-F64C76FBC314}" dt="2024-03-30T07:11:14.786" v="1398" actId="478"/>
          <ac:spMkLst>
            <pc:docMk/>
            <pc:sldMk cId="121823903" sldId="299"/>
            <ac:spMk id="2" creationId="{010EE3AB-E12D-6A57-904E-2A0BC2826240}"/>
          </ac:spMkLst>
        </pc:spChg>
        <pc:spChg chg="mod">
          <ac:chgData name="priyankarukesh@gmail.com" userId="c25336cf216f5b14" providerId="LiveId" clId="{290234BA-2751-40C0-BA6B-F64C76FBC314}" dt="2024-03-30T07:11:30.038" v="1402" actId="5793"/>
          <ac:spMkLst>
            <pc:docMk/>
            <pc:sldMk cId="121823903" sldId="299"/>
            <ac:spMk id="3" creationId="{30F18A91-A15F-116B-0F5C-6999FFDC6744}"/>
          </ac:spMkLst>
        </pc:spChg>
        <pc:spChg chg="add mod">
          <ac:chgData name="priyankarukesh@gmail.com" userId="c25336cf216f5b14" providerId="LiveId" clId="{290234BA-2751-40C0-BA6B-F64C76FBC314}" dt="2024-03-30T07:12:57.371" v="1416" actId="20577"/>
          <ac:spMkLst>
            <pc:docMk/>
            <pc:sldMk cId="121823903" sldId="299"/>
            <ac:spMk id="4" creationId="{96ABEFE9-ADC3-DBEC-A453-8ACF48078169}"/>
          </ac:spMkLst>
        </pc:spChg>
        <pc:spChg chg="add mod">
          <ac:chgData name="priyankarukesh@gmail.com" userId="c25336cf216f5b14" providerId="LiveId" clId="{290234BA-2751-40C0-BA6B-F64C76FBC314}" dt="2024-03-30T07:13:03.965" v="1426" actId="20577"/>
          <ac:spMkLst>
            <pc:docMk/>
            <pc:sldMk cId="121823903" sldId="299"/>
            <ac:spMk id="5" creationId="{B6B921A0-45F4-7475-5643-96225DA32B3D}"/>
          </ac:spMkLst>
        </pc:spChg>
        <pc:spChg chg="add mod">
          <ac:chgData name="priyankarukesh@gmail.com" userId="c25336cf216f5b14" providerId="LiveId" clId="{290234BA-2751-40C0-BA6B-F64C76FBC314}" dt="2024-03-30T07:13:09.149" v="1433" actId="20577"/>
          <ac:spMkLst>
            <pc:docMk/>
            <pc:sldMk cId="121823903" sldId="299"/>
            <ac:spMk id="6" creationId="{3C916850-9EFA-0057-DE68-821A3797B189}"/>
          </ac:spMkLst>
        </pc:spChg>
        <pc:spChg chg="add mod">
          <ac:chgData name="priyankarukesh@gmail.com" userId="c25336cf216f5b14" providerId="LiveId" clId="{290234BA-2751-40C0-BA6B-F64C76FBC314}" dt="2024-03-30T07:14:31.535" v="1454" actId="1076"/>
          <ac:spMkLst>
            <pc:docMk/>
            <pc:sldMk cId="121823903" sldId="299"/>
            <ac:spMk id="7" creationId="{85472F0D-5B24-5DE1-4FCD-5E0FCE2207BA}"/>
          </ac:spMkLst>
        </pc:spChg>
        <pc:cxnChg chg="add mod">
          <ac:chgData name="priyankarukesh@gmail.com" userId="c25336cf216f5b14" providerId="LiveId" clId="{290234BA-2751-40C0-BA6B-F64C76FBC314}" dt="2024-03-30T07:14:25.259" v="1453" actId="13822"/>
          <ac:cxnSpMkLst>
            <pc:docMk/>
            <pc:sldMk cId="121823903" sldId="299"/>
            <ac:cxnSpMk id="9" creationId="{6111D3E1-2B20-F926-FC1D-FC1533E0F033}"/>
          </ac:cxnSpMkLst>
        </pc:cxnChg>
        <pc:cxnChg chg="add del">
          <ac:chgData name="priyankarukesh@gmail.com" userId="c25336cf216f5b14" providerId="LiveId" clId="{290234BA-2751-40C0-BA6B-F64C76FBC314}" dt="2024-03-30T07:14:20.517" v="1452" actId="11529"/>
          <ac:cxnSpMkLst>
            <pc:docMk/>
            <pc:sldMk cId="121823903" sldId="299"/>
            <ac:cxnSpMk id="11" creationId="{2E4B8286-344C-D947-1C38-6C3B4115F4E9}"/>
          </ac:cxnSpMkLst>
        </pc:cxnChg>
        <pc:cxnChg chg="add mod">
          <ac:chgData name="priyankarukesh@gmail.com" userId="c25336cf216f5b14" providerId="LiveId" clId="{290234BA-2751-40C0-BA6B-F64C76FBC314}" dt="2024-03-30T07:14:47.212" v="1456" actId="13822"/>
          <ac:cxnSpMkLst>
            <pc:docMk/>
            <pc:sldMk cId="121823903" sldId="299"/>
            <ac:cxnSpMk id="13" creationId="{00DDF8C5-3FED-25E9-D76C-ECEA3A51FAFE}"/>
          </ac:cxnSpMkLst>
        </pc:cxnChg>
        <pc:cxnChg chg="add mod">
          <ac:chgData name="priyankarukesh@gmail.com" userId="c25336cf216f5b14" providerId="LiveId" clId="{290234BA-2751-40C0-BA6B-F64C76FBC314}" dt="2024-03-30T07:14:58.478" v="1458" actId="13822"/>
          <ac:cxnSpMkLst>
            <pc:docMk/>
            <pc:sldMk cId="121823903" sldId="299"/>
            <ac:cxnSpMk id="15" creationId="{540E09E0-7600-2ACC-2F99-1E412816A2B0}"/>
          </ac:cxnSpMkLst>
        </pc:cxnChg>
      </pc:sldChg>
      <pc:sldChg chg="addSp delSp modSp new mod">
        <pc:chgData name="priyankarukesh@gmail.com" userId="c25336cf216f5b14" providerId="LiveId" clId="{290234BA-2751-40C0-BA6B-F64C76FBC314}" dt="2024-03-30T07:19:48.249" v="1572" actId="14100"/>
        <pc:sldMkLst>
          <pc:docMk/>
          <pc:sldMk cId="1592040738" sldId="300"/>
        </pc:sldMkLst>
        <pc:spChg chg="del">
          <ac:chgData name="priyankarukesh@gmail.com" userId="c25336cf216f5b14" providerId="LiveId" clId="{290234BA-2751-40C0-BA6B-F64C76FBC314}" dt="2024-03-30T07:16:05.823" v="1460" actId="478"/>
          <ac:spMkLst>
            <pc:docMk/>
            <pc:sldMk cId="1592040738" sldId="300"/>
            <ac:spMk id="2" creationId="{3EE3B915-EC5D-0EAC-F589-DB672F5C1AF4}"/>
          </ac:spMkLst>
        </pc:spChg>
        <pc:spChg chg="mod">
          <ac:chgData name="priyankarukesh@gmail.com" userId="c25336cf216f5b14" providerId="LiveId" clId="{290234BA-2751-40C0-BA6B-F64C76FBC314}" dt="2024-03-30T07:16:24.528" v="1466" actId="5793"/>
          <ac:spMkLst>
            <pc:docMk/>
            <pc:sldMk cId="1592040738" sldId="300"/>
            <ac:spMk id="3" creationId="{706CF39F-9A1F-42DF-188C-571EB80F5EFC}"/>
          </ac:spMkLst>
        </pc:spChg>
        <pc:spChg chg="add del mod">
          <ac:chgData name="priyankarukesh@gmail.com" userId="c25336cf216f5b14" providerId="LiveId" clId="{290234BA-2751-40C0-BA6B-F64C76FBC314}" dt="2024-03-30T07:17:08.061" v="1480" actId="478"/>
          <ac:spMkLst>
            <pc:docMk/>
            <pc:sldMk cId="1592040738" sldId="300"/>
            <ac:spMk id="4" creationId="{6AAC7EDB-B086-26E9-2ABB-3F7B3A50DF7E}"/>
          </ac:spMkLst>
        </pc:spChg>
        <pc:spChg chg="add mod">
          <ac:chgData name="priyankarukesh@gmail.com" userId="c25336cf216f5b14" providerId="LiveId" clId="{290234BA-2751-40C0-BA6B-F64C76FBC314}" dt="2024-03-30T07:18:30.063" v="1504" actId="20577"/>
          <ac:spMkLst>
            <pc:docMk/>
            <pc:sldMk cId="1592040738" sldId="300"/>
            <ac:spMk id="5" creationId="{96235603-0EDD-330D-44F5-99617F6D6E17}"/>
          </ac:spMkLst>
        </pc:spChg>
        <pc:spChg chg="add mod">
          <ac:chgData name="priyankarukesh@gmail.com" userId="c25336cf216f5b14" providerId="LiveId" clId="{290234BA-2751-40C0-BA6B-F64C76FBC314}" dt="2024-03-30T07:19:13.364" v="1560" actId="20577"/>
          <ac:spMkLst>
            <pc:docMk/>
            <pc:sldMk cId="1592040738" sldId="300"/>
            <ac:spMk id="6" creationId="{B4D96C85-D48B-7175-754A-36B2DE5701BB}"/>
          </ac:spMkLst>
        </pc:spChg>
        <pc:spChg chg="add mod">
          <ac:chgData name="priyankarukesh@gmail.com" userId="c25336cf216f5b14" providerId="LiveId" clId="{290234BA-2751-40C0-BA6B-F64C76FBC314}" dt="2024-03-30T07:18:49.572" v="1528" actId="20577"/>
          <ac:spMkLst>
            <pc:docMk/>
            <pc:sldMk cId="1592040738" sldId="300"/>
            <ac:spMk id="7" creationId="{ED5F78A0-E87D-FF9B-FE1D-C16AEEBE33F8}"/>
          </ac:spMkLst>
        </pc:spChg>
        <pc:spChg chg="add mod">
          <ac:chgData name="priyankarukesh@gmail.com" userId="c25336cf216f5b14" providerId="LiveId" clId="{290234BA-2751-40C0-BA6B-F64C76FBC314}" dt="2024-03-30T07:18:58.988" v="1539" actId="20577"/>
          <ac:spMkLst>
            <pc:docMk/>
            <pc:sldMk cId="1592040738" sldId="300"/>
            <ac:spMk id="8" creationId="{78E7299A-8B7E-33EF-44FD-D5D819CE57AA}"/>
          </ac:spMkLst>
        </pc:spChg>
        <pc:spChg chg="add mod">
          <ac:chgData name="priyankarukesh@gmail.com" userId="c25336cf216f5b14" providerId="LiveId" clId="{290234BA-2751-40C0-BA6B-F64C76FBC314}" dt="2024-03-30T07:18:39.129" v="1514" actId="20577"/>
          <ac:spMkLst>
            <pc:docMk/>
            <pc:sldMk cId="1592040738" sldId="300"/>
            <ac:spMk id="9" creationId="{7E0208F0-3369-AD9E-DD0E-4BC225350BF4}"/>
          </ac:spMkLst>
        </pc:spChg>
        <pc:spChg chg="add mod">
          <ac:chgData name="priyankarukesh@gmail.com" userId="c25336cf216f5b14" providerId="LiveId" clId="{290234BA-2751-40C0-BA6B-F64C76FBC314}" dt="2024-03-30T07:19:35.595" v="1571" actId="14100"/>
          <ac:spMkLst>
            <pc:docMk/>
            <pc:sldMk cId="1592040738" sldId="300"/>
            <ac:spMk id="10" creationId="{6268785E-8C36-20FC-BF39-8B3552BB3D29}"/>
          </ac:spMkLst>
        </pc:spChg>
        <pc:cxnChg chg="add mod">
          <ac:chgData name="priyankarukesh@gmail.com" userId="c25336cf216f5b14" providerId="LiveId" clId="{290234BA-2751-40C0-BA6B-F64C76FBC314}" dt="2024-03-30T07:19:35.595" v="1571" actId="14100"/>
          <ac:cxnSpMkLst>
            <pc:docMk/>
            <pc:sldMk cId="1592040738" sldId="300"/>
            <ac:cxnSpMk id="12" creationId="{9BD90AB7-2B3A-F85E-62A3-C7A5A9081DE0}"/>
          </ac:cxnSpMkLst>
        </pc:cxnChg>
        <pc:cxnChg chg="add mod">
          <ac:chgData name="priyankarukesh@gmail.com" userId="c25336cf216f5b14" providerId="LiveId" clId="{290234BA-2751-40C0-BA6B-F64C76FBC314}" dt="2024-03-30T07:19:48.249" v="1572" actId="14100"/>
          <ac:cxnSpMkLst>
            <pc:docMk/>
            <pc:sldMk cId="1592040738" sldId="300"/>
            <ac:cxnSpMk id="15" creationId="{55D5C4A8-44D2-BF1E-06D1-30A7BD990B96}"/>
          </ac:cxnSpMkLst>
        </pc:cxnChg>
        <pc:cxnChg chg="add mod">
          <ac:chgData name="priyankarukesh@gmail.com" userId="c25336cf216f5b14" providerId="LiveId" clId="{290234BA-2751-40C0-BA6B-F64C76FBC314}" dt="2024-03-30T07:19:35.595" v="1571" actId="14100"/>
          <ac:cxnSpMkLst>
            <pc:docMk/>
            <pc:sldMk cId="1592040738" sldId="300"/>
            <ac:cxnSpMk id="18" creationId="{D358C6BC-4DFC-3297-E185-673F11C917B0}"/>
          </ac:cxnSpMkLst>
        </pc:cxnChg>
        <pc:cxnChg chg="add mod">
          <ac:chgData name="priyankarukesh@gmail.com" userId="c25336cf216f5b14" providerId="LiveId" clId="{290234BA-2751-40C0-BA6B-F64C76FBC314}" dt="2024-03-30T07:19:35.595" v="1571" actId="14100"/>
          <ac:cxnSpMkLst>
            <pc:docMk/>
            <pc:sldMk cId="1592040738" sldId="300"/>
            <ac:cxnSpMk id="20" creationId="{62A4587D-949C-4C76-CEFC-0284F17C22E9}"/>
          </ac:cxnSpMkLst>
        </pc:cxnChg>
        <pc:cxnChg chg="add mod">
          <ac:chgData name="priyankarukesh@gmail.com" userId="c25336cf216f5b14" providerId="LiveId" clId="{290234BA-2751-40C0-BA6B-F64C76FBC314}" dt="2024-03-30T07:19:35.595" v="1571" actId="14100"/>
          <ac:cxnSpMkLst>
            <pc:docMk/>
            <pc:sldMk cId="1592040738" sldId="300"/>
            <ac:cxnSpMk id="22" creationId="{0AD99914-837E-C378-DDE7-7297AF06E844}"/>
          </ac:cxnSpMkLst>
        </pc:cxnChg>
      </pc:sldChg>
      <pc:sldChg chg="addSp modSp new mod">
        <pc:chgData name="priyankarukesh@gmail.com" userId="c25336cf216f5b14" providerId="LiveId" clId="{290234BA-2751-40C0-BA6B-F64C76FBC314}" dt="2024-03-30T09:23:10.596" v="2522" actId="1076"/>
        <pc:sldMkLst>
          <pc:docMk/>
          <pc:sldMk cId="1548157039" sldId="301"/>
        </pc:sldMkLst>
        <pc:spChg chg="mod">
          <ac:chgData name="priyankarukesh@gmail.com" userId="c25336cf216f5b14" providerId="LiveId" clId="{290234BA-2751-40C0-BA6B-F64C76FBC314}" dt="2024-03-30T09:19:58.474" v="2507" actId="20577"/>
          <ac:spMkLst>
            <pc:docMk/>
            <pc:sldMk cId="1548157039" sldId="301"/>
            <ac:spMk id="2" creationId="{1CA7C4F4-1202-2EE0-32C5-6443BAB3FF21}"/>
          </ac:spMkLst>
        </pc:spChg>
        <pc:spChg chg="mod">
          <ac:chgData name="priyankarukesh@gmail.com" userId="c25336cf216f5b14" providerId="LiveId" clId="{290234BA-2751-40C0-BA6B-F64C76FBC314}" dt="2024-03-30T09:23:05.313" v="2521" actId="27636"/>
          <ac:spMkLst>
            <pc:docMk/>
            <pc:sldMk cId="1548157039" sldId="301"/>
            <ac:spMk id="3" creationId="{B6E2DAEB-13A6-99A2-CC2D-F809BE4BACA5}"/>
          </ac:spMkLst>
        </pc:spChg>
        <pc:picChg chg="add mod">
          <ac:chgData name="priyankarukesh@gmail.com" userId="c25336cf216f5b14" providerId="LiveId" clId="{290234BA-2751-40C0-BA6B-F64C76FBC314}" dt="2024-03-30T09:23:10.596" v="2522" actId="1076"/>
          <ac:picMkLst>
            <pc:docMk/>
            <pc:sldMk cId="1548157039" sldId="301"/>
            <ac:picMk id="3074" creationId="{1DBE1B86-8300-950E-C9CC-6E2D7D90BDE6}"/>
          </ac:picMkLst>
        </pc:picChg>
      </pc:sldChg>
      <pc:sldChg chg="addSp delSp modSp new mod">
        <pc:chgData name="priyankarukesh@gmail.com" userId="c25336cf216f5b14" providerId="LiveId" clId="{290234BA-2751-40C0-BA6B-F64C76FBC314}" dt="2024-03-30T09:24:18.654" v="2530" actId="207"/>
        <pc:sldMkLst>
          <pc:docMk/>
          <pc:sldMk cId="3925310434" sldId="302"/>
        </pc:sldMkLst>
        <pc:spChg chg="del">
          <ac:chgData name="priyankarukesh@gmail.com" userId="c25336cf216f5b14" providerId="LiveId" clId="{290234BA-2751-40C0-BA6B-F64C76FBC314}" dt="2024-03-30T09:23:29.111" v="2524" actId="478"/>
          <ac:spMkLst>
            <pc:docMk/>
            <pc:sldMk cId="3925310434" sldId="302"/>
            <ac:spMk id="2" creationId="{72AB3A6E-222F-70EF-AC61-7CE9B4B37EF5}"/>
          </ac:spMkLst>
        </pc:spChg>
        <pc:spChg chg="del mod">
          <ac:chgData name="priyankarukesh@gmail.com" userId="c25336cf216f5b14" providerId="LiveId" clId="{290234BA-2751-40C0-BA6B-F64C76FBC314}" dt="2024-03-30T09:23:52.962" v="2526"/>
          <ac:spMkLst>
            <pc:docMk/>
            <pc:sldMk cId="3925310434" sldId="302"/>
            <ac:spMk id="3" creationId="{AA58647B-8627-67E8-99E8-9909140D695E}"/>
          </ac:spMkLst>
        </pc:spChg>
        <pc:spChg chg="add mod">
          <ac:chgData name="priyankarukesh@gmail.com" userId="c25336cf216f5b14" providerId="LiveId" clId="{290234BA-2751-40C0-BA6B-F64C76FBC314}" dt="2024-03-30T09:24:18.654" v="2530" actId="207"/>
          <ac:spMkLst>
            <pc:docMk/>
            <pc:sldMk cId="3925310434" sldId="302"/>
            <ac:spMk id="5" creationId="{E2438D5C-4A4C-9090-A70E-862765646845}"/>
          </ac:spMkLst>
        </pc:spChg>
        <pc:picChg chg="add mod">
          <ac:chgData name="priyankarukesh@gmail.com" userId="c25336cf216f5b14" providerId="LiveId" clId="{290234BA-2751-40C0-BA6B-F64C76FBC314}" dt="2024-03-30T09:23:55.853" v="2527" actId="1076"/>
          <ac:picMkLst>
            <pc:docMk/>
            <pc:sldMk cId="3925310434" sldId="302"/>
            <ac:picMk id="5122" creationId="{FFFBD7B8-56B9-D425-689B-5DB5D03A1A70}"/>
          </ac:picMkLst>
        </pc:picChg>
      </pc:sldChg>
      <pc:sldChg chg="addSp delSp modSp new mod">
        <pc:chgData name="priyankarukesh@gmail.com" userId="c25336cf216f5b14" providerId="LiveId" clId="{290234BA-2751-40C0-BA6B-F64C76FBC314}" dt="2024-03-30T09:30:03.035" v="2594" actId="27636"/>
        <pc:sldMkLst>
          <pc:docMk/>
          <pc:sldMk cId="3379568249" sldId="303"/>
        </pc:sldMkLst>
        <pc:spChg chg="del">
          <ac:chgData name="priyankarukesh@gmail.com" userId="c25336cf216f5b14" providerId="LiveId" clId="{290234BA-2751-40C0-BA6B-F64C76FBC314}" dt="2024-03-30T09:24:54.469" v="2534" actId="478"/>
          <ac:spMkLst>
            <pc:docMk/>
            <pc:sldMk cId="3379568249" sldId="303"/>
            <ac:spMk id="2" creationId="{66FFE90B-203C-F057-4438-AFD86F8444C1}"/>
          </ac:spMkLst>
        </pc:spChg>
        <pc:spChg chg="mod">
          <ac:chgData name="priyankarukesh@gmail.com" userId="c25336cf216f5b14" providerId="LiveId" clId="{290234BA-2751-40C0-BA6B-F64C76FBC314}" dt="2024-03-30T09:30:03.035" v="2594" actId="27636"/>
          <ac:spMkLst>
            <pc:docMk/>
            <pc:sldMk cId="3379568249" sldId="303"/>
            <ac:spMk id="3" creationId="{E9C97FEC-6BB6-8EBD-74DD-635A92B73F9B}"/>
          </ac:spMkLst>
        </pc:spChg>
        <pc:picChg chg="add mod">
          <ac:chgData name="priyankarukesh@gmail.com" userId="c25336cf216f5b14" providerId="LiveId" clId="{290234BA-2751-40C0-BA6B-F64C76FBC314}" dt="2024-03-30T09:27:02.230" v="2560" actId="14100"/>
          <ac:picMkLst>
            <pc:docMk/>
            <pc:sldMk cId="3379568249" sldId="303"/>
            <ac:picMk id="5" creationId="{840E974B-38D8-AE4B-7324-3DEEBAB3D161}"/>
          </ac:picMkLst>
        </pc:picChg>
      </pc:sldChg>
      <pc:sldChg chg="addSp delSp modSp new mod">
        <pc:chgData name="priyankarukesh@gmail.com" userId="c25336cf216f5b14" providerId="LiveId" clId="{290234BA-2751-40C0-BA6B-F64C76FBC314}" dt="2024-03-30T09:30:55.791" v="2603" actId="20577"/>
        <pc:sldMkLst>
          <pc:docMk/>
          <pc:sldMk cId="1307495491" sldId="304"/>
        </pc:sldMkLst>
        <pc:spChg chg="del">
          <ac:chgData name="priyankarukesh@gmail.com" userId="c25336cf216f5b14" providerId="LiveId" clId="{290234BA-2751-40C0-BA6B-F64C76FBC314}" dt="2024-03-30T09:27:19.463" v="2564" actId="478"/>
          <ac:spMkLst>
            <pc:docMk/>
            <pc:sldMk cId="1307495491" sldId="304"/>
            <ac:spMk id="2" creationId="{A1A6DB13-27D9-D657-DC2D-B0450E0EE40F}"/>
          </ac:spMkLst>
        </pc:spChg>
        <pc:spChg chg="mod">
          <ac:chgData name="priyankarukesh@gmail.com" userId="c25336cf216f5b14" providerId="LiveId" clId="{290234BA-2751-40C0-BA6B-F64C76FBC314}" dt="2024-03-30T09:30:55.791" v="2603" actId="20577"/>
          <ac:spMkLst>
            <pc:docMk/>
            <pc:sldMk cId="1307495491" sldId="304"/>
            <ac:spMk id="3" creationId="{F243DFD8-3CEB-B54D-281D-130A8BFD8DD3}"/>
          </ac:spMkLst>
        </pc:spChg>
        <pc:picChg chg="add mod">
          <ac:chgData name="priyankarukesh@gmail.com" userId="c25336cf216f5b14" providerId="LiveId" clId="{290234BA-2751-40C0-BA6B-F64C76FBC314}" dt="2024-03-30T09:30:31.615" v="2599" actId="14100"/>
          <ac:picMkLst>
            <pc:docMk/>
            <pc:sldMk cId="1307495491" sldId="304"/>
            <ac:picMk id="5" creationId="{DB8A535D-D495-3215-7472-ECFA87D03956}"/>
          </ac:picMkLst>
        </pc:picChg>
      </pc:sldChg>
      <pc:sldChg chg="delSp modSp new mod">
        <pc:chgData name="priyankarukesh@gmail.com" userId="c25336cf216f5b14" providerId="LiveId" clId="{290234BA-2751-40C0-BA6B-F64C76FBC314}" dt="2024-03-30T09:57:47.232" v="2608"/>
        <pc:sldMkLst>
          <pc:docMk/>
          <pc:sldMk cId="4019938221" sldId="305"/>
        </pc:sldMkLst>
        <pc:spChg chg="del">
          <ac:chgData name="priyankarukesh@gmail.com" userId="c25336cf216f5b14" providerId="LiveId" clId="{290234BA-2751-40C0-BA6B-F64C76FBC314}" dt="2024-03-30T09:57:18.934" v="2605" actId="478"/>
          <ac:spMkLst>
            <pc:docMk/>
            <pc:sldMk cId="4019938221" sldId="305"/>
            <ac:spMk id="2" creationId="{CD1C99C1-07AB-6442-A261-52FD29AF2C2D}"/>
          </ac:spMkLst>
        </pc:spChg>
        <pc:spChg chg="mod">
          <ac:chgData name="priyankarukesh@gmail.com" userId="c25336cf216f5b14" providerId="LiveId" clId="{290234BA-2751-40C0-BA6B-F64C76FBC314}" dt="2024-03-30T09:57:47.232" v="2608"/>
          <ac:spMkLst>
            <pc:docMk/>
            <pc:sldMk cId="4019938221" sldId="305"/>
            <ac:spMk id="3" creationId="{258DE715-1249-7E28-8B60-AB097D89605F}"/>
          </ac:spMkLst>
        </pc:spChg>
      </pc:sldChg>
      <pc:sldChg chg="addSp delSp modSp new mod">
        <pc:chgData name="priyankarukesh@gmail.com" userId="c25336cf216f5b14" providerId="LiveId" clId="{290234BA-2751-40C0-BA6B-F64C76FBC314}" dt="2024-03-30T10:01:09.310" v="2630" actId="1076"/>
        <pc:sldMkLst>
          <pc:docMk/>
          <pc:sldMk cId="1365189114" sldId="306"/>
        </pc:sldMkLst>
        <pc:spChg chg="del">
          <ac:chgData name="priyankarukesh@gmail.com" userId="c25336cf216f5b14" providerId="LiveId" clId="{290234BA-2751-40C0-BA6B-F64C76FBC314}" dt="2024-03-30T09:58:05.336" v="2610" actId="478"/>
          <ac:spMkLst>
            <pc:docMk/>
            <pc:sldMk cId="1365189114" sldId="306"/>
            <ac:spMk id="2" creationId="{7B5D69C7-E4AC-BD21-877C-6B67D161C3A7}"/>
          </ac:spMkLst>
        </pc:spChg>
        <pc:spChg chg="del mod">
          <ac:chgData name="priyankarukesh@gmail.com" userId="c25336cf216f5b14" providerId="LiveId" clId="{290234BA-2751-40C0-BA6B-F64C76FBC314}" dt="2024-03-30T09:58:11.617" v="2612"/>
          <ac:spMkLst>
            <pc:docMk/>
            <pc:sldMk cId="1365189114" sldId="306"/>
            <ac:spMk id="3" creationId="{A12F0FD2-255D-DF08-10FC-CCDDA654A881}"/>
          </ac:spMkLst>
        </pc:spChg>
        <pc:spChg chg="add mod">
          <ac:chgData name="priyankarukesh@gmail.com" userId="c25336cf216f5b14" providerId="LiveId" clId="{290234BA-2751-40C0-BA6B-F64C76FBC314}" dt="2024-03-30T10:01:03.543" v="2629" actId="20577"/>
          <ac:spMkLst>
            <pc:docMk/>
            <pc:sldMk cId="1365189114" sldId="306"/>
            <ac:spMk id="5" creationId="{7A20EB73-6605-1512-0E2E-0975809E1837}"/>
          </ac:spMkLst>
        </pc:spChg>
        <pc:picChg chg="add mod">
          <ac:chgData name="priyankarukesh@gmail.com" userId="c25336cf216f5b14" providerId="LiveId" clId="{290234BA-2751-40C0-BA6B-F64C76FBC314}" dt="2024-03-30T09:59:39.821" v="2623" actId="1076"/>
          <ac:picMkLst>
            <pc:docMk/>
            <pc:sldMk cId="1365189114" sldId="306"/>
            <ac:picMk id="6146" creationId="{2CA7DD2E-D11E-D37E-0205-BDBE8A7F51BD}"/>
          </ac:picMkLst>
        </pc:picChg>
        <pc:picChg chg="add mod">
          <ac:chgData name="priyankarukesh@gmail.com" userId="c25336cf216f5b14" providerId="LiveId" clId="{290234BA-2751-40C0-BA6B-F64C76FBC314}" dt="2024-03-30T10:01:09.310" v="2630" actId="1076"/>
          <ac:picMkLst>
            <pc:docMk/>
            <pc:sldMk cId="1365189114" sldId="306"/>
            <ac:picMk id="6148" creationId="{A196ECCC-B463-C827-0424-7BA898B98FEF}"/>
          </ac:picMkLst>
        </pc:picChg>
      </pc:sldChg>
      <pc:sldChg chg="delSp modSp new mod">
        <pc:chgData name="priyankarukesh@gmail.com" userId="c25336cf216f5b14" providerId="LiveId" clId="{290234BA-2751-40C0-BA6B-F64C76FBC314}" dt="2024-03-30T10:01:53.438" v="2635" actId="2711"/>
        <pc:sldMkLst>
          <pc:docMk/>
          <pc:sldMk cId="1042187667" sldId="307"/>
        </pc:sldMkLst>
        <pc:spChg chg="del">
          <ac:chgData name="priyankarukesh@gmail.com" userId="c25336cf216f5b14" providerId="LiveId" clId="{290234BA-2751-40C0-BA6B-F64C76FBC314}" dt="2024-03-30T10:01:35.393" v="2632" actId="478"/>
          <ac:spMkLst>
            <pc:docMk/>
            <pc:sldMk cId="1042187667" sldId="307"/>
            <ac:spMk id="2" creationId="{BEF08B90-951A-2DAF-1475-83E88DBF03E4}"/>
          </ac:spMkLst>
        </pc:spChg>
        <pc:spChg chg="mod">
          <ac:chgData name="priyankarukesh@gmail.com" userId="c25336cf216f5b14" providerId="LiveId" clId="{290234BA-2751-40C0-BA6B-F64C76FBC314}" dt="2024-03-30T10:01:53.438" v="2635" actId="2711"/>
          <ac:spMkLst>
            <pc:docMk/>
            <pc:sldMk cId="1042187667" sldId="307"/>
            <ac:spMk id="3" creationId="{F268E308-2489-58DA-554C-593DB335E93B}"/>
          </ac:spMkLst>
        </pc:spChg>
      </pc:sldChg>
      <pc:sldChg chg="modSp new mod">
        <pc:chgData name="priyankarukesh@gmail.com" userId="c25336cf216f5b14" providerId="LiveId" clId="{290234BA-2751-40C0-BA6B-F64C76FBC314}" dt="2024-04-01T04:12:20.012" v="2769" actId="20577"/>
        <pc:sldMkLst>
          <pc:docMk/>
          <pc:sldMk cId="649433270" sldId="308"/>
        </pc:sldMkLst>
        <pc:spChg chg="mod">
          <ac:chgData name="priyankarukesh@gmail.com" userId="c25336cf216f5b14" providerId="LiveId" clId="{290234BA-2751-40C0-BA6B-F64C76FBC314}" dt="2024-04-01T04:08:24.296" v="2685" actId="20577"/>
          <ac:spMkLst>
            <pc:docMk/>
            <pc:sldMk cId="649433270" sldId="308"/>
            <ac:spMk id="2" creationId="{57E40419-DC7E-721E-0EBE-F48F5D01EEA0}"/>
          </ac:spMkLst>
        </pc:spChg>
        <pc:spChg chg="mod">
          <ac:chgData name="priyankarukesh@gmail.com" userId="c25336cf216f5b14" providerId="LiveId" clId="{290234BA-2751-40C0-BA6B-F64C76FBC314}" dt="2024-04-01T04:12:20.012" v="2769" actId="20577"/>
          <ac:spMkLst>
            <pc:docMk/>
            <pc:sldMk cId="649433270" sldId="308"/>
            <ac:spMk id="3" creationId="{439BBED9-16FF-D6BF-D60B-CF94F5C7787D}"/>
          </ac:spMkLst>
        </pc:spChg>
      </pc:sldChg>
      <pc:sldChg chg="addSp delSp modSp new mod">
        <pc:chgData name="priyankarukesh@gmail.com" userId="c25336cf216f5b14" providerId="LiveId" clId="{290234BA-2751-40C0-BA6B-F64C76FBC314}" dt="2024-04-01T04:15:29.393" v="2790" actId="1035"/>
        <pc:sldMkLst>
          <pc:docMk/>
          <pc:sldMk cId="4270695230" sldId="309"/>
        </pc:sldMkLst>
        <pc:spChg chg="mod">
          <ac:chgData name="priyankarukesh@gmail.com" userId="c25336cf216f5b14" providerId="LiveId" clId="{290234BA-2751-40C0-BA6B-F64C76FBC314}" dt="2024-04-01T04:14:46.344" v="2783" actId="27636"/>
          <ac:spMkLst>
            <pc:docMk/>
            <pc:sldMk cId="4270695230" sldId="309"/>
            <ac:spMk id="2" creationId="{BAEBBF04-83DF-C499-4ECB-45835DD5C5AA}"/>
          </ac:spMkLst>
        </pc:spChg>
        <pc:spChg chg="del">
          <ac:chgData name="priyankarukesh@gmail.com" userId="c25336cf216f5b14" providerId="LiveId" clId="{290234BA-2751-40C0-BA6B-F64C76FBC314}" dt="2024-04-01T04:14:36.183" v="2771"/>
          <ac:spMkLst>
            <pc:docMk/>
            <pc:sldMk cId="4270695230" sldId="309"/>
            <ac:spMk id="3" creationId="{925E11D5-5C2D-E7E1-E8D8-F1EFB47E2BE0}"/>
          </ac:spMkLst>
        </pc:spChg>
        <pc:picChg chg="add mod">
          <ac:chgData name="priyankarukesh@gmail.com" userId="c25336cf216f5b14" providerId="LiveId" clId="{290234BA-2751-40C0-BA6B-F64C76FBC314}" dt="2024-04-01T04:15:29.393" v="2790" actId="1035"/>
          <ac:picMkLst>
            <pc:docMk/>
            <pc:sldMk cId="4270695230" sldId="309"/>
            <ac:picMk id="5" creationId="{48D6EE0F-80DE-1DDF-205E-5C13E4E2961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C96B5-EF43-4D0B-CC71-374973B1DE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1C0D7A-05C4-5211-3ACB-406E1E5F9E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7DED87-DAB2-DCDA-8AD6-7A5C8C9B311D}"/>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5" name="Footer Placeholder 4">
            <a:extLst>
              <a:ext uri="{FF2B5EF4-FFF2-40B4-BE49-F238E27FC236}">
                <a16:creationId xmlns:a16="http://schemas.microsoft.com/office/drawing/2014/main" id="{3AB4FE67-ACC4-7AA2-3E15-63F61E7379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F10B82-7C88-340F-1FAC-933A06FF819E}"/>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2448703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D3183-3B45-91ED-E9BF-314A14B2B2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98281D-0E10-0F6A-E8E2-B9493821E7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65F5B3-E9DA-1F4B-DD62-F549C10E2CB0}"/>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5" name="Footer Placeholder 4">
            <a:extLst>
              <a:ext uri="{FF2B5EF4-FFF2-40B4-BE49-F238E27FC236}">
                <a16:creationId xmlns:a16="http://schemas.microsoft.com/office/drawing/2014/main" id="{91C93BCA-C7E0-178B-C1E9-FDCDC4EEF5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3BA10B-B338-DC3B-7EC5-D9EF62DC9825}"/>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180399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BB9A-57FC-D3A8-10D9-4C74E0CD8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CBFEEC-A704-7F67-E31D-0DA86BD830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0B10AB-A242-E19C-7C97-423A47232AC9}"/>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5" name="Footer Placeholder 4">
            <a:extLst>
              <a:ext uri="{FF2B5EF4-FFF2-40B4-BE49-F238E27FC236}">
                <a16:creationId xmlns:a16="http://schemas.microsoft.com/office/drawing/2014/main" id="{CCD0FDE0-2C3B-306C-A3C0-6EEBEFA710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4A387B-F686-FD48-73A1-E20E88ADB316}"/>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1442257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C4DD-C7C9-A39B-807D-D9375B74B2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D52B92-784A-AE63-6E7E-E053F2E980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020718-CEC9-06B9-744F-AFECDCB1B1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E067F5-D798-39A4-0DE5-D5D41CDE1174}"/>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6" name="Footer Placeholder 5">
            <a:extLst>
              <a:ext uri="{FF2B5EF4-FFF2-40B4-BE49-F238E27FC236}">
                <a16:creationId xmlns:a16="http://schemas.microsoft.com/office/drawing/2014/main" id="{CE02E0E9-EE02-437A-A10D-2915480AC2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1E20B0-DF7C-B4F5-83D2-C813287E2CCA}"/>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3305841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E0610-2591-BFFD-F324-825B60ECEC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0570E6-013A-9DF8-19B9-FCF16F8B43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E55CD8-B93F-36D8-8E62-A7305ADAAF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DC8593-E624-97F1-0D20-6335C93A64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9B685-4B88-DDDC-047A-CB9D93D643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646B60-6640-9E8E-3CBF-E44716D96020}"/>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8" name="Footer Placeholder 7">
            <a:extLst>
              <a:ext uri="{FF2B5EF4-FFF2-40B4-BE49-F238E27FC236}">
                <a16:creationId xmlns:a16="http://schemas.microsoft.com/office/drawing/2014/main" id="{1D98E765-48F3-BA5D-2974-2B14A33141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5108AC-2100-71A0-ABCA-DD9A497DD284}"/>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16088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3008-7445-58AD-35D5-82097E69C1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116606-7249-A5B6-26FC-06929F4352D7}"/>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4" name="Footer Placeholder 3">
            <a:extLst>
              <a:ext uri="{FF2B5EF4-FFF2-40B4-BE49-F238E27FC236}">
                <a16:creationId xmlns:a16="http://schemas.microsoft.com/office/drawing/2014/main" id="{3AED549F-4B7F-A00B-A96B-497FA413BB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62AE71-609D-B8BF-6543-E4FD489BE9F2}"/>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106735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76298-FD3C-9367-7674-3D4C8037D2D4}"/>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3" name="Footer Placeholder 2">
            <a:extLst>
              <a:ext uri="{FF2B5EF4-FFF2-40B4-BE49-F238E27FC236}">
                <a16:creationId xmlns:a16="http://schemas.microsoft.com/office/drawing/2014/main" id="{BD8944C8-7FE0-CB9D-2C00-1099E2FD53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FD62D1-6506-F3C1-F2A2-AB2B41F28082}"/>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1098447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C3A90-9C28-E6E9-0693-064273BD0D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AAD6B4-B7FF-FDEB-F935-FDFAEDB8F2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87E071-1062-84F6-5378-3F4D2CA3C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37375-1D19-EA4C-AAA3-E90431C639EE}"/>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6" name="Footer Placeholder 5">
            <a:extLst>
              <a:ext uri="{FF2B5EF4-FFF2-40B4-BE49-F238E27FC236}">
                <a16:creationId xmlns:a16="http://schemas.microsoft.com/office/drawing/2014/main" id="{F9D4F6A3-9D4C-1541-0063-D0A8F175A9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564835-4930-DE51-18CD-483ED5C6D5E3}"/>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737735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01E1-C6BE-2BA1-DCA3-12B4D312A5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12ED0E-0349-C57C-DBDF-D0F046C785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A188863-AB2C-095C-DDA7-526DA106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B55B70-1CEA-66B9-0D4B-AB33A8FC9D6A}"/>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6" name="Footer Placeholder 5">
            <a:extLst>
              <a:ext uri="{FF2B5EF4-FFF2-40B4-BE49-F238E27FC236}">
                <a16:creationId xmlns:a16="http://schemas.microsoft.com/office/drawing/2014/main" id="{795A2973-5C52-1398-0552-5EBF523DCE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CAD83B-0814-1186-2AF1-B46CB3605191}"/>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935330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AFDEC-6B25-7DC7-8E5D-245D18BC5F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B35393-2134-105B-0F75-76056E741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25CC59-DEC7-695A-A609-6625979B236E}"/>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5" name="Footer Placeholder 4">
            <a:extLst>
              <a:ext uri="{FF2B5EF4-FFF2-40B4-BE49-F238E27FC236}">
                <a16:creationId xmlns:a16="http://schemas.microsoft.com/office/drawing/2014/main" id="{87E3A258-869D-0D00-F189-95875AB93B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4FFCFB-01B8-3F63-72E5-7F3C41290DDB}"/>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2372759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23BBD1-2CBF-BAB2-AD48-F809024F84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7BD674-8FF6-CAC5-A852-DA2360D796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B34274-BDB6-872C-0ED3-EB1FD78FEC72}"/>
              </a:ext>
            </a:extLst>
          </p:cNvPr>
          <p:cNvSpPr>
            <a:spLocks noGrp="1"/>
          </p:cNvSpPr>
          <p:nvPr>
            <p:ph type="dt" sz="half" idx="10"/>
          </p:nvPr>
        </p:nvSpPr>
        <p:spPr/>
        <p:txBody>
          <a:bodyPr/>
          <a:lstStyle/>
          <a:p>
            <a:fld id="{0558764E-2D81-40EF-9220-D676A973563C}" type="datetimeFigureOut">
              <a:rPr lang="en-IN" smtClean="0"/>
              <a:t>01-04-2024</a:t>
            </a:fld>
            <a:endParaRPr lang="en-IN"/>
          </a:p>
        </p:txBody>
      </p:sp>
      <p:sp>
        <p:nvSpPr>
          <p:cNvPr id="5" name="Footer Placeholder 4">
            <a:extLst>
              <a:ext uri="{FF2B5EF4-FFF2-40B4-BE49-F238E27FC236}">
                <a16:creationId xmlns:a16="http://schemas.microsoft.com/office/drawing/2014/main" id="{9DEAF4F2-ED08-FC25-96EB-B39EDA0649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E3B2D7-5D68-FAD0-AAFF-08E58648AF00}"/>
              </a:ext>
            </a:extLst>
          </p:cNvPr>
          <p:cNvSpPr>
            <a:spLocks noGrp="1"/>
          </p:cNvSpPr>
          <p:nvPr>
            <p:ph type="sldNum" sz="quarter" idx="12"/>
          </p:nvPr>
        </p:nvSpPr>
        <p:spPr/>
        <p:txBody>
          <a:bodyPr/>
          <a:lstStyle/>
          <a:p>
            <a:fld id="{FACE9BA1-4BD9-40A1-B754-06012282FB22}" type="slidenum">
              <a:rPr lang="en-IN" smtClean="0"/>
              <a:t>‹#›</a:t>
            </a:fld>
            <a:endParaRPr lang="en-IN"/>
          </a:p>
        </p:txBody>
      </p:sp>
    </p:spTree>
    <p:extLst>
      <p:ext uri="{BB962C8B-B14F-4D97-AF65-F5344CB8AC3E}">
        <p14:creationId xmlns:p14="http://schemas.microsoft.com/office/powerpoint/2010/main" val="2026181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818152-D5E8-5379-6488-4245E8B5C7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BBAE82-25B7-E603-C9FB-CD73076F46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F552A0-FAD0-22B5-7FA7-C824EEB3B6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58764E-2D81-40EF-9220-D676A973563C}" type="datetimeFigureOut">
              <a:rPr lang="en-IN" smtClean="0"/>
              <a:t>01-04-2024</a:t>
            </a:fld>
            <a:endParaRPr lang="en-IN"/>
          </a:p>
        </p:txBody>
      </p:sp>
      <p:sp>
        <p:nvSpPr>
          <p:cNvPr id="5" name="Footer Placeholder 4">
            <a:extLst>
              <a:ext uri="{FF2B5EF4-FFF2-40B4-BE49-F238E27FC236}">
                <a16:creationId xmlns:a16="http://schemas.microsoft.com/office/drawing/2014/main" id="{E226FA37-530F-9980-D398-18DDD24CBE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239F9E6-2872-3DA0-7844-E0ABE741AA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CE9BA1-4BD9-40A1-B754-06012282FB22}" type="slidenum">
              <a:rPr lang="en-IN" smtClean="0"/>
              <a:t>‹#›</a:t>
            </a:fld>
            <a:endParaRPr lang="en-IN"/>
          </a:p>
        </p:txBody>
      </p:sp>
    </p:spTree>
    <p:extLst>
      <p:ext uri="{BB962C8B-B14F-4D97-AF65-F5344CB8AC3E}">
        <p14:creationId xmlns:p14="http://schemas.microsoft.com/office/powerpoint/2010/main" val="3499717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en.wikipedia.org/wiki/Primary_key" TargetMode="External"/><Relationship Id="rId2" Type="http://schemas.openxmlformats.org/officeDocument/2006/relationships/hyperlink" Target="https://en.wikipedia.org/wiki/Foreign_key"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830C-842A-ABEA-AC72-665986A52D61}"/>
              </a:ext>
            </a:extLst>
          </p:cNvPr>
          <p:cNvSpPr>
            <a:spLocks noGrp="1"/>
          </p:cNvSpPr>
          <p:nvPr>
            <p:ph type="ctrTitle"/>
          </p:nvPr>
        </p:nvSpPr>
        <p:spPr/>
        <p:txBody>
          <a:bodyPr/>
          <a:lstStyle/>
          <a:p>
            <a:r>
              <a:rPr lang="en-US" dirty="0"/>
              <a:t>Chapter 3</a:t>
            </a:r>
            <a:endParaRPr lang="en-IN" dirty="0"/>
          </a:p>
        </p:txBody>
      </p:sp>
      <p:sp>
        <p:nvSpPr>
          <p:cNvPr id="3" name="Subtitle 2">
            <a:extLst>
              <a:ext uri="{FF2B5EF4-FFF2-40B4-BE49-F238E27FC236}">
                <a16:creationId xmlns:a16="http://schemas.microsoft.com/office/drawing/2014/main" id="{596CA779-BD46-FF6E-F1FA-A8CF7606522A}"/>
              </a:ext>
            </a:extLst>
          </p:cNvPr>
          <p:cNvSpPr>
            <a:spLocks noGrp="1"/>
          </p:cNvSpPr>
          <p:nvPr>
            <p:ph type="subTitle" idx="1"/>
          </p:nvPr>
        </p:nvSpPr>
        <p:spPr/>
        <p:txBody>
          <a:bodyPr>
            <a:noAutofit/>
          </a:bodyPr>
          <a:lstStyle/>
          <a:p>
            <a:r>
              <a:rPr lang="en-US" sz="6000" dirty="0">
                <a:latin typeface="+mj-lt"/>
              </a:rPr>
              <a:t>DATA MODELING USING ENTITY</a:t>
            </a:r>
            <a:endParaRPr lang="en-IN" sz="6000" dirty="0">
              <a:latin typeface="+mj-lt"/>
            </a:endParaRPr>
          </a:p>
        </p:txBody>
      </p:sp>
    </p:spTree>
    <p:extLst>
      <p:ext uri="{BB962C8B-B14F-4D97-AF65-F5344CB8AC3E}">
        <p14:creationId xmlns:p14="http://schemas.microsoft.com/office/powerpoint/2010/main" val="1655484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4E29-D602-E621-3770-25204E7CCAA7}"/>
              </a:ext>
            </a:extLst>
          </p:cNvPr>
          <p:cNvSpPr>
            <a:spLocks noGrp="1"/>
          </p:cNvSpPr>
          <p:nvPr>
            <p:ph type="title"/>
          </p:nvPr>
        </p:nvSpPr>
        <p:spPr/>
        <p:txBody>
          <a:bodyPr/>
          <a:lstStyle/>
          <a:p>
            <a:r>
              <a:rPr lang="en-US" dirty="0"/>
              <a:t>CONCEPTUAL DATA MODELING</a:t>
            </a:r>
            <a:endParaRPr lang="en-IN" dirty="0"/>
          </a:p>
        </p:txBody>
      </p:sp>
      <p:sp>
        <p:nvSpPr>
          <p:cNvPr id="3" name="Content Placeholder 2">
            <a:extLst>
              <a:ext uri="{FF2B5EF4-FFF2-40B4-BE49-F238E27FC236}">
                <a16:creationId xmlns:a16="http://schemas.microsoft.com/office/drawing/2014/main" id="{ABC38F40-202A-35A0-2B19-36EB5034F62D}"/>
              </a:ext>
            </a:extLst>
          </p:cNvPr>
          <p:cNvSpPr>
            <a:spLocks noGrp="1"/>
          </p:cNvSpPr>
          <p:nvPr>
            <p:ph idx="1"/>
          </p:nvPr>
        </p:nvSpPr>
        <p:spPr/>
        <p:txBody>
          <a:bodyPr>
            <a:normAutofit fontScale="92500" lnSpcReduction="10000"/>
          </a:bodyPr>
          <a:lstStyle/>
          <a:p>
            <a:r>
              <a:rPr lang="en-US" b="0" i="0" dirty="0">
                <a:solidFill>
                  <a:srgbClr val="000000"/>
                </a:solidFill>
                <a:effectLst/>
              </a:rPr>
              <a:t>Conceptual modeling is a very important phase in designing a successful database application.</a:t>
            </a:r>
            <a:endParaRPr lang="en-US" dirty="0">
              <a:effectLst/>
            </a:endParaRPr>
          </a:p>
          <a:p>
            <a:r>
              <a:rPr lang="en-US" b="0" i="0" dirty="0">
                <a:solidFill>
                  <a:srgbClr val="000000"/>
                </a:solidFill>
                <a:effectLst/>
              </a:rPr>
              <a:t>The term database application refers to a particular database and the associated programs that implement the database queries and updates</a:t>
            </a:r>
            <a:endParaRPr lang="en-US" dirty="0">
              <a:effectLst/>
            </a:endParaRPr>
          </a:p>
          <a:p>
            <a:r>
              <a:rPr lang="en-US" b="0" i="0" dirty="0">
                <a:solidFill>
                  <a:srgbClr val="000000"/>
                </a:solidFill>
                <a:effectLst/>
              </a:rPr>
              <a:t>For example, a BANK database application that keeps track of customer accounts would include programs that implement database updates corresponding to customer deposits and withdrawals. These programs would provide user-friendly graphical user interfaces (GUIs) utilizing forms and menus for the end users of the application—the bank customers or bank tellers in this example</a:t>
            </a:r>
            <a:endParaRPr lang="en-US" dirty="0">
              <a:effectLst/>
            </a:endParaRPr>
          </a:p>
          <a:p>
            <a:r>
              <a:rPr lang="en-US" b="0" i="0" dirty="0">
                <a:solidFill>
                  <a:srgbClr val="000000"/>
                </a:solidFill>
                <a:effectLst/>
              </a:rPr>
              <a:t>Hence, a major part of the database application will require the design, implementation, and testing of these application programs</a:t>
            </a:r>
            <a:endParaRPr lang="en-US" dirty="0">
              <a:effectLst/>
            </a:endParaRPr>
          </a:p>
          <a:p>
            <a:endParaRPr lang="en-IN" dirty="0"/>
          </a:p>
        </p:txBody>
      </p:sp>
    </p:spTree>
    <p:extLst>
      <p:ext uri="{BB962C8B-B14F-4D97-AF65-F5344CB8AC3E}">
        <p14:creationId xmlns:p14="http://schemas.microsoft.com/office/powerpoint/2010/main" val="254541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08484C-CA8F-FD18-F4CA-904B8179B734}"/>
              </a:ext>
            </a:extLst>
          </p:cNvPr>
          <p:cNvSpPr>
            <a:spLocks noGrp="1"/>
          </p:cNvSpPr>
          <p:nvPr>
            <p:ph idx="1"/>
          </p:nvPr>
        </p:nvSpPr>
        <p:spPr>
          <a:xfrm>
            <a:off x="838200" y="345233"/>
            <a:ext cx="10515600" cy="5831730"/>
          </a:xfrm>
        </p:spPr>
        <p:txBody>
          <a:bodyPr/>
          <a:lstStyle/>
          <a:p>
            <a:r>
              <a:rPr lang="en-US" b="0" i="0" dirty="0">
                <a:solidFill>
                  <a:srgbClr val="000000"/>
                </a:solidFill>
                <a:effectLst/>
              </a:rPr>
              <a:t>Traditionally, the design and testing of application programs has been considered to be part of software engineering rather than database design. </a:t>
            </a:r>
          </a:p>
          <a:p>
            <a:r>
              <a:rPr lang="en-US" b="0" i="0" dirty="0">
                <a:solidFill>
                  <a:srgbClr val="000000"/>
                </a:solidFill>
                <a:effectLst/>
              </a:rPr>
              <a:t>In many software design tools, the database design methodologies and software engineering methodologies are intertwined since these activities are strongly related.</a:t>
            </a:r>
            <a:endParaRPr lang="en-US" dirty="0">
              <a:effectLst/>
            </a:endParaRPr>
          </a:p>
          <a:p>
            <a:endParaRPr lang="en-IN" dirty="0"/>
          </a:p>
        </p:txBody>
      </p:sp>
    </p:spTree>
    <p:extLst>
      <p:ext uri="{BB962C8B-B14F-4D97-AF65-F5344CB8AC3E}">
        <p14:creationId xmlns:p14="http://schemas.microsoft.com/office/powerpoint/2010/main" val="3688160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C2A46-4BF2-50BA-DDD4-0FF226CB9BF2}"/>
              </a:ext>
            </a:extLst>
          </p:cNvPr>
          <p:cNvSpPr>
            <a:spLocks noGrp="1"/>
          </p:cNvSpPr>
          <p:nvPr>
            <p:ph type="title"/>
          </p:nvPr>
        </p:nvSpPr>
        <p:spPr>
          <a:xfrm>
            <a:off x="838200" y="1"/>
            <a:ext cx="10515600" cy="1144586"/>
          </a:xfrm>
        </p:spPr>
        <p:txBody>
          <a:bodyPr>
            <a:normAutofit fontScale="90000"/>
          </a:bodyPr>
          <a:lstStyle/>
          <a:p>
            <a:br>
              <a:rPr lang="en-US" b="1" i="0" dirty="0">
                <a:solidFill>
                  <a:srgbClr val="000000"/>
                </a:solidFill>
                <a:effectLst/>
              </a:rPr>
            </a:br>
            <a:r>
              <a:rPr lang="en-US" b="1" i="0" dirty="0">
                <a:solidFill>
                  <a:srgbClr val="000000"/>
                </a:solidFill>
                <a:effectLst/>
              </a:rPr>
              <a:t>Using High-Level Conceptual Data Models for Database Design</a:t>
            </a:r>
            <a:br>
              <a:rPr lang="en-US" dirty="0">
                <a:effectLst/>
              </a:rPr>
            </a:br>
            <a:endParaRPr lang="en-IN" dirty="0"/>
          </a:p>
        </p:txBody>
      </p:sp>
      <p:sp>
        <p:nvSpPr>
          <p:cNvPr id="3" name="Content Placeholder 2">
            <a:extLst>
              <a:ext uri="{FF2B5EF4-FFF2-40B4-BE49-F238E27FC236}">
                <a16:creationId xmlns:a16="http://schemas.microsoft.com/office/drawing/2014/main" id="{212A9312-CAFB-FE92-9B22-547740043A90}"/>
              </a:ext>
            </a:extLst>
          </p:cNvPr>
          <p:cNvSpPr>
            <a:spLocks noGrp="1"/>
          </p:cNvSpPr>
          <p:nvPr>
            <p:ph idx="1"/>
          </p:nvPr>
        </p:nvSpPr>
        <p:spPr/>
        <p:txBody>
          <a:bodyPr/>
          <a:lstStyle/>
          <a:p>
            <a:endParaRPr lang="en-IN" dirty="0"/>
          </a:p>
          <a:p>
            <a:endParaRPr lang="en-IN" dirty="0"/>
          </a:p>
        </p:txBody>
      </p:sp>
      <p:sp>
        <p:nvSpPr>
          <p:cNvPr id="4" name="Rectangle 1">
            <a:extLst>
              <a:ext uri="{FF2B5EF4-FFF2-40B4-BE49-F238E27FC236}">
                <a16:creationId xmlns:a16="http://schemas.microsoft.com/office/drawing/2014/main" id="{9F1B7D33-4580-68D7-06BC-8104F4B04C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
        <p:nvSpPr>
          <p:cNvPr id="5" name="Rectangle 2">
            <a:extLst>
              <a:ext uri="{FF2B5EF4-FFF2-40B4-BE49-F238E27FC236}">
                <a16:creationId xmlns:a16="http://schemas.microsoft.com/office/drawing/2014/main" id="{3299E7D3-8C0D-51EA-1280-16A023FAE8F8}"/>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pic>
        <p:nvPicPr>
          <p:cNvPr id="7" name="Picture 6">
            <a:extLst>
              <a:ext uri="{FF2B5EF4-FFF2-40B4-BE49-F238E27FC236}">
                <a16:creationId xmlns:a16="http://schemas.microsoft.com/office/drawing/2014/main" id="{7B295480-D4F4-6AAD-C0A2-D0301BF5B5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0971" y="1007707"/>
            <a:ext cx="9498564" cy="5850294"/>
          </a:xfrm>
          <a:prstGeom prst="rect">
            <a:avLst/>
          </a:prstGeom>
        </p:spPr>
      </p:pic>
    </p:spTree>
    <p:extLst>
      <p:ext uri="{BB962C8B-B14F-4D97-AF65-F5344CB8AC3E}">
        <p14:creationId xmlns:p14="http://schemas.microsoft.com/office/powerpoint/2010/main" val="4278121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8B0389-4F53-84D2-ED8E-85D3951284F9}"/>
              </a:ext>
            </a:extLst>
          </p:cNvPr>
          <p:cNvSpPr>
            <a:spLocks noGrp="1"/>
          </p:cNvSpPr>
          <p:nvPr>
            <p:ph idx="1"/>
          </p:nvPr>
        </p:nvSpPr>
        <p:spPr>
          <a:xfrm>
            <a:off x="838200" y="251927"/>
            <a:ext cx="10515600" cy="5925036"/>
          </a:xfrm>
        </p:spPr>
        <p:txBody>
          <a:bodyPr>
            <a:normAutofit fontScale="92500"/>
          </a:bodyPr>
          <a:lstStyle/>
          <a:p>
            <a:r>
              <a:rPr lang="en-US" b="0" i="0" dirty="0">
                <a:solidFill>
                  <a:srgbClr val="000000"/>
                </a:solidFill>
                <a:effectLst/>
              </a:rPr>
              <a:t>The first step shown is requirements collection and analysis. During this step, the database designers interview prospective database users to understand and document their data requirements.</a:t>
            </a:r>
          </a:p>
          <a:p>
            <a:r>
              <a:rPr lang="en-US" b="0" i="0" dirty="0">
                <a:solidFill>
                  <a:srgbClr val="000000"/>
                </a:solidFill>
                <a:effectLst/>
              </a:rPr>
              <a:t> The result of this step is a concisely written set of users’ requirements. These requirements should be specified in as detailed and complete a form as possible. </a:t>
            </a:r>
            <a:endParaRPr lang="en-US" dirty="0">
              <a:effectLst/>
            </a:endParaRPr>
          </a:p>
          <a:p>
            <a:r>
              <a:rPr lang="en-US" b="0" i="0" dirty="0">
                <a:solidFill>
                  <a:srgbClr val="000000"/>
                </a:solidFill>
                <a:effectLst/>
              </a:rPr>
              <a:t>In parallel with specifying the data requirements, it is useful to specify the known functional requirements of the application. These consist of the user defined operations (or transactions) that will be applied to the database, including both retrievals and updates. </a:t>
            </a:r>
            <a:endParaRPr lang="en-US" dirty="0">
              <a:effectLst/>
            </a:endParaRPr>
          </a:p>
          <a:p>
            <a:r>
              <a:rPr lang="en-US" b="0" i="0" dirty="0">
                <a:solidFill>
                  <a:srgbClr val="000000"/>
                </a:solidFill>
                <a:effectLst/>
              </a:rPr>
              <a:t>In software design, it is common to use data flow diagrams, sequence diagrams, scenarios, and other techniques to specify functional requirements. Once the requirements have been collected and analyzed, the next step is to create a conceptual schema for the database, using a</a:t>
            </a:r>
            <a:r>
              <a:rPr lang="en-US" b="1" i="0" dirty="0">
                <a:solidFill>
                  <a:srgbClr val="000000"/>
                </a:solidFill>
                <a:effectLst/>
              </a:rPr>
              <a:t> high-level conceptual data model.</a:t>
            </a:r>
            <a:r>
              <a:rPr lang="en-US" b="0" i="0" dirty="0">
                <a:solidFill>
                  <a:srgbClr val="000000"/>
                </a:solidFill>
                <a:effectLst/>
              </a:rPr>
              <a:t> This step is called </a:t>
            </a:r>
            <a:r>
              <a:rPr lang="en-US" b="1" i="0" dirty="0">
                <a:solidFill>
                  <a:srgbClr val="000000"/>
                </a:solidFill>
                <a:effectLst/>
              </a:rPr>
              <a:t>conceptual design. </a:t>
            </a:r>
            <a:endParaRPr lang="en-IN" dirty="0"/>
          </a:p>
        </p:txBody>
      </p:sp>
    </p:spTree>
    <p:extLst>
      <p:ext uri="{BB962C8B-B14F-4D97-AF65-F5344CB8AC3E}">
        <p14:creationId xmlns:p14="http://schemas.microsoft.com/office/powerpoint/2010/main" val="738607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C30B1-FFA8-AA8F-4EFB-7DC0C9C9B9EB}"/>
              </a:ext>
            </a:extLst>
          </p:cNvPr>
          <p:cNvSpPr>
            <a:spLocks noGrp="1"/>
          </p:cNvSpPr>
          <p:nvPr>
            <p:ph idx="1"/>
          </p:nvPr>
        </p:nvSpPr>
        <p:spPr>
          <a:xfrm>
            <a:off x="838200" y="298580"/>
            <a:ext cx="10515600" cy="5878383"/>
          </a:xfrm>
        </p:spPr>
        <p:txBody>
          <a:bodyPr>
            <a:normAutofit fontScale="85000" lnSpcReduction="10000"/>
          </a:bodyPr>
          <a:lstStyle/>
          <a:p>
            <a:r>
              <a:rPr lang="en-US" b="0" i="0" dirty="0">
                <a:solidFill>
                  <a:srgbClr val="000000"/>
                </a:solidFill>
                <a:effectLst/>
              </a:rPr>
              <a:t>The conceptual schema is a concise description of the data requirements of the users and includes detailed descriptions of the entity types, relationships, and constraints; these are expressed using the concepts provided by the</a:t>
            </a:r>
            <a:r>
              <a:rPr lang="en-US" b="1" i="0" dirty="0">
                <a:solidFill>
                  <a:srgbClr val="000000"/>
                </a:solidFill>
                <a:effectLst/>
              </a:rPr>
              <a:t> high-level data model.</a:t>
            </a:r>
            <a:r>
              <a:rPr lang="en-US" b="0" i="0" dirty="0">
                <a:solidFill>
                  <a:srgbClr val="000000"/>
                </a:solidFill>
                <a:effectLst/>
              </a:rPr>
              <a:t> </a:t>
            </a:r>
          </a:p>
          <a:p>
            <a:r>
              <a:rPr lang="en-US" b="0" i="0" dirty="0">
                <a:solidFill>
                  <a:srgbClr val="000000"/>
                </a:solidFill>
                <a:effectLst/>
              </a:rPr>
              <a:t>Because these concepts do not include implementation details, they are usually easier to understand and can be used to communicate with nontechnical users. </a:t>
            </a:r>
          </a:p>
          <a:p>
            <a:r>
              <a:rPr lang="en-US" b="0" i="0" dirty="0">
                <a:solidFill>
                  <a:srgbClr val="000000"/>
                </a:solidFill>
                <a:effectLst/>
              </a:rPr>
              <a:t>The high-level conceptual schema can also be used as a reference to ensure that all users’</a:t>
            </a:r>
            <a:r>
              <a:rPr lang="en-US" b="1" i="0" dirty="0">
                <a:solidFill>
                  <a:srgbClr val="000000"/>
                </a:solidFill>
                <a:effectLst/>
              </a:rPr>
              <a:t> data requirements are met</a:t>
            </a:r>
            <a:r>
              <a:rPr lang="en-US" b="0" i="0" dirty="0">
                <a:solidFill>
                  <a:srgbClr val="000000"/>
                </a:solidFill>
                <a:effectLst/>
              </a:rPr>
              <a:t> and that the requirements do not conflict. </a:t>
            </a:r>
          </a:p>
          <a:p>
            <a:r>
              <a:rPr lang="en-US" b="0" i="0" dirty="0">
                <a:solidFill>
                  <a:srgbClr val="000000"/>
                </a:solidFill>
                <a:effectLst/>
              </a:rPr>
              <a:t>This approach enables database designers to concentrate on specifying the properties of the data, without being concerned with storage and implementation details, which makes it is easier to create a</a:t>
            </a:r>
            <a:r>
              <a:rPr lang="en-US" b="1" i="0" dirty="0">
                <a:solidFill>
                  <a:srgbClr val="000000"/>
                </a:solidFill>
                <a:effectLst/>
              </a:rPr>
              <a:t> good conceptual database design</a:t>
            </a:r>
            <a:r>
              <a:rPr lang="en-US" b="0" i="0" dirty="0">
                <a:solidFill>
                  <a:srgbClr val="000000"/>
                </a:solidFill>
                <a:effectLst/>
              </a:rPr>
              <a:t>. During or after the conceptual schema design, the basic data model operations can be used to specify the high-level user queries and operations identified during functional analysis. This also serves to confirm that the conceptual schema meets all the identified functional requirements. Modifications to the conceptual schema can be introduced if some functional requirements cannot be specified using the initial schema. </a:t>
            </a:r>
            <a:endParaRPr lang="en-US" dirty="0">
              <a:effectLst/>
            </a:endParaRPr>
          </a:p>
          <a:p>
            <a:endParaRPr lang="en-IN" dirty="0"/>
          </a:p>
        </p:txBody>
      </p:sp>
    </p:spTree>
    <p:extLst>
      <p:ext uri="{BB962C8B-B14F-4D97-AF65-F5344CB8AC3E}">
        <p14:creationId xmlns:p14="http://schemas.microsoft.com/office/powerpoint/2010/main" val="3434588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06B1D2-42E4-94C3-932F-3EF19B1AC1F2}"/>
              </a:ext>
            </a:extLst>
          </p:cNvPr>
          <p:cNvSpPr>
            <a:spLocks noGrp="1"/>
          </p:cNvSpPr>
          <p:nvPr>
            <p:ph idx="1"/>
          </p:nvPr>
        </p:nvSpPr>
        <p:spPr>
          <a:xfrm>
            <a:off x="838200" y="233265"/>
            <a:ext cx="10515600" cy="5943698"/>
          </a:xfrm>
        </p:spPr>
        <p:txBody>
          <a:bodyPr>
            <a:normAutofit fontScale="92500" lnSpcReduction="10000"/>
          </a:bodyPr>
          <a:lstStyle/>
          <a:p>
            <a:r>
              <a:rPr lang="en-US" b="0" i="0" dirty="0">
                <a:solidFill>
                  <a:srgbClr val="000000"/>
                </a:solidFill>
                <a:effectLst/>
              </a:rPr>
              <a:t>During or after the conceptual schema design, the basic data model operations can be used to specify the high-level user queries and operations identified during functional analysis. </a:t>
            </a:r>
          </a:p>
          <a:p>
            <a:r>
              <a:rPr lang="en-US" b="0" i="0" dirty="0">
                <a:solidFill>
                  <a:srgbClr val="000000"/>
                </a:solidFill>
                <a:effectLst/>
              </a:rPr>
              <a:t>This also serves to confirm that the conceptual schema meets all the identified functional requirements.</a:t>
            </a:r>
          </a:p>
          <a:p>
            <a:r>
              <a:rPr lang="en-US" b="0" i="0" dirty="0">
                <a:solidFill>
                  <a:srgbClr val="000000"/>
                </a:solidFill>
                <a:effectLst/>
              </a:rPr>
              <a:t> Modifications to the conceptual schema can be introduced if some functional requirements cannot be specified using the initial schema. </a:t>
            </a:r>
            <a:endParaRPr lang="en-US" dirty="0">
              <a:effectLst/>
            </a:endParaRPr>
          </a:p>
          <a:p>
            <a:r>
              <a:rPr lang="en-US" b="0" i="0" dirty="0">
                <a:solidFill>
                  <a:srgbClr val="000000"/>
                </a:solidFill>
                <a:effectLst/>
              </a:rPr>
              <a:t>The next step in database design is the actual implementation of the database, using a commercial DBMS. </a:t>
            </a:r>
          </a:p>
          <a:p>
            <a:r>
              <a:rPr lang="en-US" b="0" i="0" dirty="0">
                <a:solidFill>
                  <a:srgbClr val="000000"/>
                </a:solidFill>
                <a:effectLst/>
              </a:rPr>
              <a:t>Most current commercial DBMSs use an implementation data model—such as the relational (SQL) model—so the conceptual schema is transformed from the high-level data model into the implementation data model. </a:t>
            </a:r>
          </a:p>
          <a:p>
            <a:r>
              <a:rPr lang="en-US" b="0" i="0" dirty="0">
                <a:solidFill>
                  <a:srgbClr val="000000"/>
                </a:solidFill>
                <a:effectLst/>
              </a:rPr>
              <a:t>This step is called logical design or data model mapping; its result is a database schema in the implementation data model of the DBMS. Data model mapping is often automated or semiautomated within the database design tools.</a:t>
            </a:r>
            <a:endParaRPr lang="en-US" dirty="0">
              <a:effectLst/>
            </a:endParaRPr>
          </a:p>
          <a:p>
            <a:pPr marL="0" indent="0">
              <a:buNone/>
            </a:pPr>
            <a:endParaRPr lang="en-IN" dirty="0"/>
          </a:p>
        </p:txBody>
      </p:sp>
    </p:spTree>
    <p:extLst>
      <p:ext uri="{BB962C8B-B14F-4D97-AF65-F5344CB8AC3E}">
        <p14:creationId xmlns:p14="http://schemas.microsoft.com/office/powerpoint/2010/main" val="100602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0FB38E-6336-7029-730B-ADA23F90E156}"/>
              </a:ext>
            </a:extLst>
          </p:cNvPr>
          <p:cNvSpPr>
            <a:spLocks noGrp="1"/>
          </p:cNvSpPr>
          <p:nvPr>
            <p:ph idx="1"/>
          </p:nvPr>
        </p:nvSpPr>
        <p:spPr>
          <a:xfrm>
            <a:off x="838200" y="335902"/>
            <a:ext cx="10515600" cy="5999584"/>
          </a:xfrm>
        </p:spPr>
        <p:txBody>
          <a:bodyPr/>
          <a:lstStyle/>
          <a:p>
            <a:r>
              <a:rPr lang="en-US" b="0" i="0" dirty="0">
                <a:solidFill>
                  <a:srgbClr val="000000"/>
                </a:solidFill>
                <a:effectLst/>
              </a:rPr>
              <a:t>The last step is the physical design phase, during which the internal storage structures, file organizations, indexes, access paths, and physical design parameters for the database files are specified.</a:t>
            </a:r>
          </a:p>
          <a:p>
            <a:r>
              <a:rPr lang="en-US" b="0" i="0" dirty="0">
                <a:solidFill>
                  <a:srgbClr val="000000"/>
                </a:solidFill>
                <a:effectLst/>
              </a:rPr>
              <a:t> In parallel with these activities, application programs are designed and implemented as database transactions corresponding to the high-level transaction specifications.</a:t>
            </a:r>
            <a:endParaRPr lang="en-US" dirty="0">
              <a:effectLst/>
            </a:endParaRPr>
          </a:p>
          <a:p>
            <a:pPr marL="0" indent="0">
              <a:buNone/>
            </a:pPr>
            <a:r>
              <a:rPr lang="en-IN" b="1" i="0" dirty="0">
                <a:solidFill>
                  <a:srgbClr val="000000"/>
                </a:solidFill>
                <a:effectLst/>
              </a:rPr>
              <a:t>A Sample Database Application:</a:t>
            </a:r>
          </a:p>
          <a:p>
            <a:pPr marL="0" indent="0">
              <a:buNone/>
            </a:pPr>
            <a:r>
              <a:rPr lang="en-US" b="0" i="0" dirty="0">
                <a:solidFill>
                  <a:srgbClr val="000000"/>
                </a:solidFill>
                <a:effectLst/>
              </a:rPr>
              <a:t>In this section we describe a sample database application, called </a:t>
            </a:r>
            <a:r>
              <a:rPr lang="en-US" b="1" i="0" dirty="0">
                <a:solidFill>
                  <a:srgbClr val="000000"/>
                </a:solidFill>
                <a:effectLst/>
              </a:rPr>
              <a:t>COMPANY</a:t>
            </a:r>
            <a:r>
              <a:rPr lang="en-US" b="0" i="0" dirty="0">
                <a:solidFill>
                  <a:srgbClr val="000000"/>
                </a:solidFill>
                <a:effectLst/>
              </a:rPr>
              <a:t>, which serves to illustrate the basic ER model concepts and their use in schema design. </a:t>
            </a:r>
            <a:endParaRPr lang="en-US" dirty="0">
              <a:effectLst/>
            </a:endParaRPr>
          </a:p>
          <a:p>
            <a:pPr marL="0" indent="0">
              <a:buNone/>
            </a:pPr>
            <a:r>
              <a:rPr lang="en-US" b="0" i="0" dirty="0">
                <a:solidFill>
                  <a:srgbClr val="000000"/>
                </a:solidFill>
                <a:effectLst/>
              </a:rPr>
              <a:t>We list the data requirements for the database here, and then create its conceptual schema step-by-step as we introduce the modeling concepts of the ER model.</a:t>
            </a:r>
            <a:endParaRPr lang="en-US" dirty="0">
              <a:effectLst/>
            </a:endParaRPr>
          </a:p>
          <a:p>
            <a:pPr marL="0" indent="0">
              <a:buNone/>
            </a:pPr>
            <a:endParaRPr lang="en-IN" dirty="0">
              <a:effectLst/>
            </a:endParaRPr>
          </a:p>
          <a:p>
            <a:pPr marL="0" indent="0">
              <a:buNone/>
            </a:pPr>
            <a:endParaRPr lang="en-IN" dirty="0"/>
          </a:p>
        </p:txBody>
      </p:sp>
    </p:spTree>
    <p:extLst>
      <p:ext uri="{BB962C8B-B14F-4D97-AF65-F5344CB8AC3E}">
        <p14:creationId xmlns:p14="http://schemas.microsoft.com/office/powerpoint/2010/main" val="1363538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5F271-4B04-49A9-13F0-1F4C28A34CBE}"/>
              </a:ext>
            </a:extLst>
          </p:cNvPr>
          <p:cNvSpPr>
            <a:spLocks noGrp="1"/>
          </p:cNvSpPr>
          <p:nvPr>
            <p:ph idx="1"/>
          </p:nvPr>
        </p:nvSpPr>
        <p:spPr>
          <a:xfrm>
            <a:off x="838200" y="429208"/>
            <a:ext cx="10515600" cy="5747755"/>
          </a:xfrm>
        </p:spPr>
        <p:txBody>
          <a:bodyPr>
            <a:normAutofit lnSpcReduction="10000"/>
          </a:bodyPr>
          <a:lstStyle/>
          <a:p>
            <a:r>
              <a:rPr lang="en-US" b="0" i="0" dirty="0">
                <a:solidFill>
                  <a:srgbClr val="000000"/>
                </a:solidFill>
                <a:effectLst/>
              </a:rPr>
              <a:t>The COMPANY database keeps track of a company’s employees, departments, and projects.</a:t>
            </a:r>
          </a:p>
          <a:p>
            <a:r>
              <a:rPr lang="en-US" b="0" i="0" dirty="0">
                <a:solidFill>
                  <a:srgbClr val="000000"/>
                </a:solidFill>
                <a:effectLst/>
              </a:rPr>
              <a:t>A department controls a number of projects, each of which has a unique name, a unique number, and a single location.</a:t>
            </a:r>
            <a:endParaRPr lang="en-US" dirty="0">
              <a:effectLst/>
            </a:endParaRPr>
          </a:p>
          <a:p>
            <a:r>
              <a:rPr lang="en-US" b="0" i="0" dirty="0">
                <a:solidFill>
                  <a:srgbClr val="000000"/>
                </a:solidFill>
                <a:effectLst/>
              </a:rPr>
              <a:t>The database will store each employee’s name, Social Security number,2 address, salary, sex (gender), and birth date. An employee is assigned to one department, but may work on several projects, which are not necessarily controlled by the same department. It is required to keep track of the current number of hours per week that an employee works on each project, as well as the direct supervisor of each employee (who is another employee). </a:t>
            </a:r>
            <a:endParaRPr lang="en-US" dirty="0">
              <a:effectLst/>
            </a:endParaRPr>
          </a:p>
          <a:p>
            <a:r>
              <a:rPr lang="en-US" b="0" i="0" dirty="0">
                <a:solidFill>
                  <a:srgbClr val="000000"/>
                </a:solidFill>
                <a:effectLst/>
              </a:rPr>
              <a:t>The database will keep track of the dependents of each employee for insurance purposes, including each dependent’s first name, sex, birth date, and relationship to the employee.</a:t>
            </a:r>
            <a:endParaRPr lang="en-US" dirty="0">
              <a:effectLst/>
            </a:endParaRPr>
          </a:p>
          <a:p>
            <a:endParaRPr lang="en-US" dirty="0">
              <a:effectLst/>
            </a:endParaRPr>
          </a:p>
          <a:p>
            <a:endParaRPr lang="en-IN" dirty="0"/>
          </a:p>
        </p:txBody>
      </p:sp>
    </p:spTree>
    <p:extLst>
      <p:ext uri="{BB962C8B-B14F-4D97-AF65-F5344CB8AC3E}">
        <p14:creationId xmlns:p14="http://schemas.microsoft.com/office/powerpoint/2010/main" val="2158242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6F249-3D4E-56CB-9554-8F963D48C9C5}"/>
              </a:ext>
            </a:extLst>
          </p:cNvPr>
          <p:cNvSpPr>
            <a:spLocks noGrp="1"/>
          </p:cNvSpPr>
          <p:nvPr>
            <p:ph type="title"/>
          </p:nvPr>
        </p:nvSpPr>
        <p:spPr>
          <a:xfrm>
            <a:off x="838200" y="1"/>
            <a:ext cx="10515600" cy="1278293"/>
          </a:xfrm>
        </p:spPr>
        <p:txBody>
          <a:bodyPr/>
          <a:lstStyle/>
          <a:p>
            <a:r>
              <a:rPr lang="en-US" dirty="0"/>
              <a:t>ER MODEL</a:t>
            </a:r>
            <a:endParaRPr lang="en-IN" dirty="0"/>
          </a:p>
        </p:txBody>
      </p:sp>
      <p:pic>
        <p:nvPicPr>
          <p:cNvPr id="5" name="Content Placeholder 4">
            <a:extLst>
              <a:ext uri="{FF2B5EF4-FFF2-40B4-BE49-F238E27FC236}">
                <a16:creationId xmlns:a16="http://schemas.microsoft.com/office/drawing/2014/main" id="{94E524D2-8D8C-4584-FECD-00B92C2D44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1012" y="1129004"/>
            <a:ext cx="10692882" cy="5015415"/>
          </a:xfrm>
        </p:spPr>
      </p:pic>
    </p:spTree>
    <p:extLst>
      <p:ext uri="{BB962C8B-B14F-4D97-AF65-F5344CB8AC3E}">
        <p14:creationId xmlns:p14="http://schemas.microsoft.com/office/powerpoint/2010/main" val="3654352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E9A0BA5-E993-92DF-0513-588CE4C7F6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1805" y="365124"/>
            <a:ext cx="10021078" cy="6212957"/>
          </a:xfrm>
        </p:spPr>
      </p:pic>
    </p:spTree>
    <p:extLst>
      <p:ext uri="{BB962C8B-B14F-4D97-AF65-F5344CB8AC3E}">
        <p14:creationId xmlns:p14="http://schemas.microsoft.com/office/powerpoint/2010/main" val="2700239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855A-627C-20B0-8B93-F9161A43207B}"/>
              </a:ext>
            </a:extLst>
          </p:cNvPr>
          <p:cNvSpPr>
            <a:spLocks noGrp="1"/>
          </p:cNvSpPr>
          <p:nvPr>
            <p:ph type="title"/>
          </p:nvPr>
        </p:nvSpPr>
        <p:spPr/>
        <p:txBody>
          <a:bodyPr/>
          <a:lstStyle/>
          <a:p>
            <a:r>
              <a:rPr lang="en-US" dirty="0"/>
              <a:t>ENTITY AND ATTRIBUTE</a:t>
            </a:r>
            <a:endParaRPr lang="en-IN" dirty="0"/>
          </a:p>
        </p:txBody>
      </p:sp>
      <p:sp>
        <p:nvSpPr>
          <p:cNvPr id="3" name="Content Placeholder 2">
            <a:extLst>
              <a:ext uri="{FF2B5EF4-FFF2-40B4-BE49-F238E27FC236}">
                <a16:creationId xmlns:a16="http://schemas.microsoft.com/office/drawing/2014/main" id="{762EEB2A-CBFA-8329-093C-EFB51D6963C1}"/>
              </a:ext>
            </a:extLst>
          </p:cNvPr>
          <p:cNvSpPr>
            <a:spLocks noGrp="1"/>
          </p:cNvSpPr>
          <p:nvPr>
            <p:ph idx="1"/>
          </p:nvPr>
        </p:nvSpPr>
        <p:spPr/>
        <p:txBody>
          <a:bodyPr/>
          <a:lstStyle/>
          <a:p>
            <a:r>
              <a:rPr lang="en-US" b="0" i="0" dirty="0">
                <a:solidFill>
                  <a:srgbClr val="000000"/>
                </a:solidFill>
                <a:effectLst/>
              </a:rPr>
              <a:t>The basic concept that the ER model represents is an entity, which is a thing or object in the real world with an independent existence. </a:t>
            </a:r>
          </a:p>
          <a:p>
            <a:r>
              <a:rPr lang="en-US" b="0" i="0" dirty="0">
                <a:solidFill>
                  <a:srgbClr val="000000"/>
                </a:solidFill>
                <a:effectLst/>
              </a:rPr>
              <a:t>An entity may be an object with a physical existence (for example, a particular person, car, house, or employee) or it may be an object with a conceptual existence (for instance, a company, a job, or a university course). </a:t>
            </a:r>
          </a:p>
          <a:p>
            <a:r>
              <a:rPr lang="en-US" b="0" i="0" dirty="0">
                <a:solidFill>
                  <a:srgbClr val="000000"/>
                </a:solidFill>
                <a:effectLst/>
              </a:rPr>
              <a:t>Each entity has attributes—the particular properties that describe it. </a:t>
            </a:r>
          </a:p>
          <a:p>
            <a:r>
              <a:rPr lang="en-US" b="0" i="0" dirty="0">
                <a:solidFill>
                  <a:srgbClr val="000000"/>
                </a:solidFill>
                <a:effectLst/>
              </a:rPr>
              <a:t>The attribute values that describe each entity become a major part of the data stored in the database.</a:t>
            </a:r>
            <a:endParaRPr lang="en-US" dirty="0">
              <a:effectLst/>
            </a:endParaRPr>
          </a:p>
          <a:p>
            <a:endParaRPr lang="en-US" dirty="0">
              <a:effectLst/>
            </a:endParaRPr>
          </a:p>
          <a:p>
            <a:endParaRPr lang="en-IN" dirty="0"/>
          </a:p>
        </p:txBody>
      </p:sp>
      <p:sp>
        <p:nvSpPr>
          <p:cNvPr id="4" name="Rectangle 1">
            <a:extLst>
              <a:ext uri="{FF2B5EF4-FFF2-40B4-BE49-F238E27FC236}">
                <a16:creationId xmlns:a16="http://schemas.microsoft.com/office/drawing/2014/main" id="{C790F642-43C3-AA53-EBAF-5699A8AE887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Tree>
    <p:extLst>
      <p:ext uri="{BB962C8B-B14F-4D97-AF65-F5344CB8AC3E}">
        <p14:creationId xmlns:p14="http://schemas.microsoft.com/office/powerpoint/2010/main" val="3623476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2AF8EDA-15CA-B7F8-B9AF-FE8D182B45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4988" y="662473"/>
            <a:ext cx="8649477" cy="3172409"/>
          </a:xfrm>
          <a:prstGeom prst="rect">
            <a:avLst/>
          </a:prstGeom>
        </p:spPr>
      </p:pic>
      <p:sp>
        <p:nvSpPr>
          <p:cNvPr id="5" name="TextBox 4">
            <a:extLst>
              <a:ext uri="{FF2B5EF4-FFF2-40B4-BE49-F238E27FC236}">
                <a16:creationId xmlns:a16="http://schemas.microsoft.com/office/drawing/2014/main" id="{5BCC6356-8417-1E45-3C2B-5B0A12B3CA1F}"/>
              </a:ext>
            </a:extLst>
          </p:cNvPr>
          <p:cNvSpPr txBox="1"/>
          <p:nvPr/>
        </p:nvSpPr>
        <p:spPr>
          <a:xfrm>
            <a:off x="653143" y="4074187"/>
            <a:ext cx="9657183" cy="2677656"/>
          </a:xfrm>
          <a:prstGeom prst="rect">
            <a:avLst/>
          </a:prstGeom>
          <a:noFill/>
        </p:spPr>
        <p:txBody>
          <a:bodyPr wrap="square">
            <a:spAutoFit/>
          </a:bodyPr>
          <a:lstStyle/>
          <a:p>
            <a:pPr algn="l" rtl="0"/>
            <a:r>
              <a:rPr lang="en-US" sz="2400" b="0" i="0" dirty="0">
                <a:solidFill>
                  <a:srgbClr val="000000"/>
                </a:solidFill>
                <a:effectLst/>
              </a:rPr>
              <a:t>Figure  shows two entities and the values of their attributes. </a:t>
            </a:r>
          </a:p>
          <a:p>
            <a:pPr marL="285750" indent="-285750" algn="l" rtl="0">
              <a:buFont typeface="Arial" panose="020B0604020202020204" pitchFamily="34" charset="0"/>
              <a:buChar char="•"/>
            </a:pPr>
            <a:r>
              <a:rPr lang="en-US" sz="2400" b="0" i="0" dirty="0">
                <a:solidFill>
                  <a:srgbClr val="000000"/>
                </a:solidFill>
                <a:effectLst/>
              </a:rPr>
              <a:t>The EMPLOYEE entity e1 has four attributes: Name, Address, Age, and </a:t>
            </a:r>
            <a:r>
              <a:rPr lang="en-US" sz="2400" b="0" i="0" dirty="0" err="1">
                <a:solidFill>
                  <a:srgbClr val="000000"/>
                </a:solidFill>
                <a:effectLst/>
              </a:rPr>
              <a:t>Home_phone</a:t>
            </a:r>
            <a:r>
              <a:rPr lang="en-US" sz="2400" b="0" i="0" dirty="0">
                <a:solidFill>
                  <a:srgbClr val="000000"/>
                </a:solidFill>
                <a:effectLst/>
              </a:rPr>
              <a:t>; their values are ‘John Smith,’ ‘2311 Kirby, Houston, Texas 77001’, ‘55’, and ‘713-749-2630’, respectively. </a:t>
            </a:r>
          </a:p>
          <a:p>
            <a:pPr marL="285750" indent="-285750" algn="l" rtl="0">
              <a:buFont typeface="Arial" panose="020B0604020202020204" pitchFamily="34" charset="0"/>
              <a:buChar char="•"/>
            </a:pPr>
            <a:r>
              <a:rPr lang="en-US" sz="2400" b="0" i="0" dirty="0">
                <a:solidFill>
                  <a:srgbClr val="000000"/>
                </a:solidFill>
                <a:effectLst/>
              </a:rPr>
              <a:t>The COMPANY entity c1 has three attributes: Name, Headquarters, and President; their values are ‘</a:t>
            </a:r>
            <a:r>
              <a:rPr lang="en-US" sz="2400" b="0" i="0" dirty="0" err="1">
                <a:solidFill>
                  <a:srgbClr val="000000"/>
                </a:solidFill>
                <a:effectLst/>
              </a:rPr>
              <a:t>Sunco</a:t>
            </a:r>
            <a:r>
              <a:rPr lang="en-US" sz="2400" b="0" i="0" dirty="0">
                <a:solidFill>
                  <a:srgbClr val="000000"/>
                </a:solidFill>
                <a:effectLst/>
              </a:rPr>
              <a:t> Oil’, ‘Houston’, and ‘John Smith’, respectively.</a:t>
            </a:r>
            <a:endParaRPr lang="en-US" sz="2400" dirty="0">
              <a:effectLst/>
            </a:endParaRPr>
          </a:p>
        </p:txBody>
      </p:sp>
    </p:spTree>
    <p:extLst>
      <p:ext uri="{BB962C8B-B14F-4D97-AF65-F5344CB8AC3E}">
        <p14:creationId xmlns:p14="http://schemas.microsoft.com/office/powerpoint/2010/main" val="2215048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0C88-30C9-2335-893B-550E828CF37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287512B-A141-34AC-773D-7049D8E7499D}"/>
              </a:ext>
            </a:extLst>
          </p:cNvPr>
          <p:cNvSpPr>
            <a:spLocks noGrp="1"/>
          </p:cNvSpPr>
          <p:nvPr>
            <p:ph idx="1"/>
          </p:nvPr>
        </p:nvSpPr>
        <p:spPr/>
        <p:txBody>
          <a:bodyPr/>
          <a:lstStyle/>
          <a:p>
            <a:pPr marL="0" indent="0">
              <a:buNone/>
            </a:pPr>
            <a:r>
              <a:rPr lang="en-US" b="0" i="0" dirty="0">
                <a:solidFill>
                  <a:srgbClr val="000000"/>
                </a:solidFill>
                <a:effectLst/>
              </a:rPr>
              <a:t>Several types of attributes occur in the ER model: </a:t>
            </a:r>
          </a:p>
          <a:p>
            <a:r>
              <a:rPr lang="en-US" dirty="0">
                <a:solidFill>
                  <a:srgbClr val="000000"/>
                </a:solidFill>
              </a:rPr>
              <a:t>S</a:t>
            </a:r>
            <a:r>
              <a:rPr lang="en-US" b="0" i="0" dirty="0">
                <a:solidFill>
                  <a:srgbClr val="000000"/>
                </a:solidFill>
                <a:effectLst/>
              </a:rPr>
              <a:t>imple versus composite, </a:t>
            </a:r>
          </a:p>
          <a:p>
            <a:r>
              <a:rPr lang="en-US" dirty="0">
                <a:solidFill>
                  <a:srgbClr val="000000"/>
                </a:solidFill>
              </a:rPr>
              <a:t>S</a:t>
            </a:r>
            <a:r>
              <a:rPr lang="en-US" b="0" i="0" dirty="0">
                <a:solidFill>
                  <a:srgbClr val="000000"/>
                </a:solidFill>
                <a:effectLst/>
              </a:rPr>
              <a:t>ingle valued versus multivalued, and </a:t>
            </a:r>
          </a:p>
          <a:p>
            <a:r>
              <a:rPr lang="en-US" dirty="0">
                <a:solidFill>
                  <a:srgbClr val="000000"/>
                </a:solidFill>
              </a:rPr>
              <a:t>S</a:t>
            </a:r>
            <a:r>
              <a:rPr lang="en-US" b="0" i="0" dirty="0">
                <a:solidFill>
                  <a:srgbClr val="000000"/>
                </a:solidFill>
                <a:effectLst/>
              </a:rPr>
              <a:t>tored versus derived</a:t>
            </a:r>
            <a:endParaRPr lang="en-US" dirty="0">
              <a:effectLst/>
            </a:endParaRPr>
          </a:p>
          <a:p>
            <a:endParaRPr lang="en-IN" dirty="0"/>
          </a:p>
        </p:txBody>
      </p:sp>
    </p:spTree>
    <p:extLst>
      <p:ext uri="{BB962C8B-B14F-4D97-AF65-F5344CB8AC3E}">
        <p14:creationId xmlns:p14="http://schemas.microsoft.com/office/powerpoint/2010/main" val="4204391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8E701-B6FF-7BD3-39A8-E136BB4CCCF6}"/>
              </a:ext>
            </a:extLst>
          </p:cNvPr>
          <p:cNvSpPr>
            <a:spLocks noGrp="1"/>
          </p:cNvSpPr>
          <p:nvPr>
            <p:ph type="title"/>
          </p:nvPr>
        </p:nvSpPr>
        <p:spPr/>
        <p:txBody>
          <a:bodyPr/>
          <a:lstStyle/>
          <a:p>
            <a:r>
              <a:rPr lang="en-IN" b="1" i="0" dirty="0">
                <a:solidFill>
                  <a:srgbClr val="000000"/>
                </a:solidFill>
                <a:effectLst/>
              </a:rPr>
              <a:t>Composite versus Simple (Atomic) Attributes</a:t>
            </a:r>
            <a:br>
              <a:rPr lang="en-IN" dirty="0">
                <a:effectLst/>
              </a:rPr>
            </a:br>
            <a:endParaRPr lang="en-IN" dirty="0"/>
          </a:p>
        </p:txBody>
      </p:sp>
      <p:sp>
        <p:nvSpPr>
          <p:cNvPr id="3" name="Content Placeholder 2">
            <a:extLst>
              <a:ext uri="{FF2B5EF4-FFF2-40B4-BE49-F238E27FC236}">
                <a16:creationId xmlns:a16="http://schemas.microsoft.com/office/drawing/2014/main" id="{4CD842EB-D315-1586-545F-5C1D39F820F2}"/>
              </a:ext>
            </a:extLst>
          </p:cNvPr>
          <p:cNvSpPr>
            <a:spLocks noGrp="1"/>
          </p:cNvSpPr>
          <p:nvPr>
            <p:ph idx="1"/>
          </p:nvPr>
        </p:nvSpPr>
        <p:spPr>
          <a:xfrm>
            <a:off x="838200" y="1825625"/>
            <a:ext cx="10993016" cy="5265640"/>
          </a:xfrm>
        </p:spPr>
        <p:txBody>
          <a:bodyPr/>
          <a:lstStyle/>
          <a:p>
            <a:r>
              <a:rPr lang="en-US" b="0" i="0" dirty="0">
                <a:solidFill>
                  <a:srgbClr val="000000"/>
                </a:solidFill>
                <a:effectLst/>
              </a:rPr>
              <a:t>Composite attributes can be divided into smaller subparts, which represent more basic attributes with independent meanings</a:t>
            </a:r>
            <a:endParaRPr lang="en-US" dirty="0">
              <a:effectLst/>
            </a:endParaRPr>
          </a:p>
          <a:p>
            <a:endParaRPr lang="en-IN" dirty="0"/>
          </a:p>
        </p:txBody>
      </p:sp>
      <p:pic>
        <p:nvPicPr>
          <p:cNvPr id="5" name="Picture 4">
            <a:extLst>
              <a:ext uri="{FF2B5EF4-FFF2-40B4-BE49-F238E27FC236}">
                <a16:creationId xmlns:a16="http://schemas.microsoft.com/office/drawing/2014/main" id="{D0F9C259-735A-CC75-5C24-70E12F056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7053" y="3226600"/>
            <a:ext cx="5701004" cy="2409090"/>
          </a:xfrm>
          <a:prstGeom prst="rect">
            <a:avLst/>
          </a:prstGeom>
        </p:spPr>
      </p:pic>
    </p:spTree>
    <p:extLst>
      <p:ext uri="{BB962C8B-B14F-4D97-AF65-F5344CB8AC3E}">
        <p14:creationId xmlns:p14="http://schemas.microsoft.com/office/powerpoint/2010/main" val="2569574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D5D8C-E0BB-D237-271A-EC57FD9056AC}"/>
              </a:ext>
            </a:extLst>
          </p:cNvPr>
          <p:cNvSpPr>
            <a:spLocks noGrp="1"/>
          </p:cNvSpPr>
          <p:nvPr>
            <p:ph idx="1"/>
          </p:nvPr>
        </p:nvSpPr>
        <p:spPr>
          <a:xfrm>
            <a:off x="838200" y="503853"/>
            <a:ext cx="10515600" cy="5673110"/>
          </a:xfrm>
        </p:spPr>
        <p:txBody>
          <a:bodyPr/>
          <a:lstStyle/>
          <a:p>
            <a:r>
              <a:rPr lang="en-US" b="0" i="0" dirty="0">
                <a:solidFill>
                  <a:srgbClr val="000000"/>
                </a:solidFill>
                <a:effectLst/>
              </a:rPr>
              <a:t>For example, the Address attribute of the EMPLOYEE entity can be subdivided into </a:t>
            </a:r>
            <a:r>
              <a:rPr lang="en-US" b="0" i="0" dirty="0" err="1">
                <a:solidFill>
                  <a:srgbClr val="000000"/>
                </a:solidFill>
                <a:effectLst/>
              </a:rPr>
              <a:t>Street_address</a:t>
            </a:r>
            <a:r>
              <a:rPr lang="en-US" b="0" i="0" dirty="0">
                <a:solidFill>
                  <a:srgbClr val="000000"/>
                </a:solidFill>
                <a:effectLst/>
              </a:rPr>
              <a:t>, City, State, and Zip, 3 with the values ‘2311 Kirby’, ‘Houston’, ‘Texas’, and ‘77001’. </a:t>
            </a:r>
          </a:p>
          <a:p>
            <a:r>
              <a:rPr lang="en-US" b="0" i="0" dirty="0">
                <a:solidFill>
                  <a:srgbClr val="000000"/>
                </a:solidFill>
                <a:effectLst/>
              </a:rPr>
              <a:t>Attributes that are not divisible are called simple or atomic attributes. </a:t>
            </a:r>
          </a:p>
          <a:p>
            <a:r>
              <a:rPr lang="en-US" b="0" i="0" dirty="0">
                <a:solidFill>
                  <a:srgbClr val="000000"/>
                </a:solidFill>
                <a:effectLst/>
              </a:rPr>
              <a:t>Composite attributes can form a hierarchy; for example, </a:t>
            </a:r>
            <a:r>
              <a:rPr lang="en-US" b="0" i="0" dirty="0" err="1">
                <a:solidFill>
                  <a:srgbClr val="000000"/>
                </a:solidFill>
                <a:effectLst/>
              </a:rPr>
              <a:t>Street_address</a:t>
            </a:r>
            <a:r>
              <a:rPr lang="en-US" b="0" i="0" dirty="0">
                <a:solidFill>
                  <a:srgbClr val="000000"/>
                </a:solidFill>
                <a:effectLst/>
              </a:rPr>
              <a:t> can be further subdivided into three simple component attributes: Number, Street, and </a:t>
            </a:r>
            <a:r>
              <a:rPr lang="en-US" b="0" i="0" dirty="0" err="1">
                <a:solidFill>
                  <a:srgbClr val="000000"/>
                </a:solidFill>
                <a:effectLst/>
              </a:rPr>
              <a:t>Apartment_number</a:t>
            </a:r>
            <a:r>
              <a:rPr lang="en-US" b="0" i="0" dirty="0">
                <a:solidFill>
                  <a:srgbClr val="000000"/>
                </a:solidFill>
                <a:effectLst/>
              </a:rPr>
              <a:t>, .</a:t>
            </a:r>
          </a:p>
          <a:p>
            <a:r>
              <a:rPr lang="en-US" b="0" i="0" dirty="0">
                <a:solidFill>
                  <a:srgbClr val="000000"/>
                </a:solidFill>
                <a:effectLst/>
              </a:rPr>
              <a:t> The value of a composite attribute is the concatenation of the values of its component simple attributes.</a:t>
            </a:r>
            <a:endParaRPr lang="en-US" dirty="0">
              <a:effectLst/>
            </a:endParaRPr>
          </a:p>
          <a:p>
            <a:endParaRPr lang="en-US" dirty="0">
              <a:effectLst/>
            </a:endParaRPr>
          </a:p>
          <a:p>
            <a:endParaRPr lang="en-IN" dirty="0"/>
          </a:p>
        </p:txBody>
      </p:sp>
    </p:spTree>
    <p:extLst>
      <p:ext uri="{BB962C8B-B14F-4D97-AF65-F5344CB8AC3E}">
        <p14:creationId xmlns:p14="http://schemas.microsoft.com/office/powerpoint/2010/main" val="846198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B2926-FF16-C022-5988-A55D48F909A1}"/>
              </a:ext>
            </a:extLst>
          </p:cNvPr>
          <p:cNvSpPr>
            <a:spLocks noGrp="1"/>
          </p:cNvSpPr>
          <p:nvPr>
            <p:ph type="title"/>
          </p:nvPr>
        </p:nvSpPr>
        <p:spPr/>
        <p:txBody>
          <a:bodyPr/>
          <a:lstStyle/>
          <a:p>
            <a:r>
              <a:rPr lang="en-IN" b="1" i="0" dirty="0">
                <a:solidFill>
                  <a:srgbClr val="000000"/>
                </a:solidFill>
                <a:effectLst/>
              </a:rPr>
              <a:t>Single-Valued versus Multivalued Attributes</a:t>
            </a:r>
            <a:br>
              <a:rPr lang="en-IN" dirty="0">
                <a:effectLst/>
              </a:rPr>
            </a:br>
            <a:endParaRPr lang="en-IN" dirty="0"/>
          </a:p>
        </p:txBody>
      </p:sp>
      <p:sp>
        <p:nvSpPr>
          <p:cNvPr id="3" name="Content Placeholder 2">
            <a:extLst>
              <a:ext uri="{FF2B5EF4-FFF2-40B4-BE49-F238E27FC236}">
                <a16:creationId xmlns:a16="http://schemas.microsoft.com/office/drawing/2014/main" id="{8A4A003E-802F-F4FF-1172-557E41A54B79}"/>
              </a:ext>
            </a:extLst>
          </p:cNvPr>
          <p:cNvSpPr>
            <a:spLocks noGrp="1"/>
          </p:cNvSpPr>
          <p:nvPr>
            <p:ph idx="1"/>
          </p:nvPr>
        </p:nvSpPr>
        <p:spPr/>
        <p:txBody>
          <a:bodyPr>
            <a:normAutofit/>
          </a:bodyPr>
          <a:lstStyle/>
          <a:p>
            <a:r>
              <a:rPr lang="en-US" b="0" i="0" dirty="0">
                <a:solidFill>
                  <a:srgbClr val="000000"/>
                </a:solidFill>
                <a:effectLst/>
              </a:rPr>
              <a:t>Most attributes have a single value for a particular entity; such attributes are called single-valued. </a:t>
            </a:r>
          </a:p>
          <a:p>
            <a:r>
              <a:rPr lang="en-US" b="0" i="0" dirty="0">
                <a:solidFill>
                  <a:srgbClr val="000000"/>
                </a:solidFill>
                <a:effectLst/>
              </a:rPr>
              <a:t>For example, Age is a single-valued attribute of a person. </a:t>
            </a:r>
          </a:p>
          <a:p>
            <a:r>
              <a:rPr lang="en-US" b="0" i="0" dirty="0">
                <a:solidFill>
                  <a:srgbClr val="000000"/>
                </a:solidFill>
                <a:effectLst/>
              </a:rPr>
              <a:t>In some cases an attribute can have a set of values for the same entity—for instance, a Colors attribute for a car, or a </a:t>
            </a:r>
            <a:r>
              <a:rPr lang="en-US" b="0" i="0" dirty="0" err="1">
                <a:solidFill>
                  <a:srgbClr val="000000"/>
                </a:solidFill>
                <a:effectLst/>
              </a:rPr>
              <a:t>College_degrees</a:t>
            </a:r>
            <a:r>
              <a:rPr lang="en-US" b="0" i="0" dirty="0">
                <a:solidFill>
                  <a:srgbClr val="000000"/>
                </a:solidFill>
                <a:effectLst/>
              </a:rPr>
              <a:t> attribute for a person. </a:t>
            </a:r>
          </a:p>
          <a:p>
            <a:r>
              <a:rPr lang="en-US" b="0" i="0" dirty="0">
                <a:solidFill>
                  <a:srgbClr val="000000"/>
                </a:solidFill>
                <a:effectLst/>
              </a:rPr>
              <a:t>Cars with one color have a single value, whereas two cars have two color values. </a:t>
            </a:r>
          </a:p>
          <a:p>
            <a:endParaRPr lang="en-US" dirty="0">
              <a:effectLst/>
            </a:endParaRPr>
          </a:p>
          <a:p>
            <a:endParaRPr lang="en-IN" dirty="0"/>
          </a:p>
        </p:txBody>
      </p:sp>
    </p:spTree>
    <p:extLst>
      <p:ext uri="{BB962C8B-B14F-4D97-AF65-F5344CB8AC3E}">
        <p14:creationId xmlns:p14="http://schemas.microsoft.com/office/powerpoint/2010/main" val="2129602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60B42-7344-602B-9C24-D2E29E76568B}"/>
              </a:ext>
            </a:extLst>
          </p:cNvPr>
          <p:cNvSpPr>
            <a:spLocks noGrp="1"/>
          </p:cNvSpPr>
          <p:nvPr>
            <p:ph idx="1"/>
          </p:nvPr>
        </p:nvSpPr>
        <p:spPr>
          <a:xfrm>
            <a:off x="838200" y="317241"/>
            <a:ext cx="10515600" cy="5859722"/>
          </a:xfrm>
        </p:spPr>
        <p:txBody>
          <a:bodyPr/>
          <a:lstStyle/>
          <a:p>
            <a:r>
              <a:rPr lang="en-US" b="0" i="0" dirty="0">
                <a:solidFill>
                  <a:srgbClr val="000000"/>
                </a:solidFill>
                <a:effectLst/>
              </a:rPr>
              <a:t>Similarly, one person may not have any college degrees, another person may have one, and a third person may have two or more degrees; therefore, different people can have different numbers of values for the </a:t>
            </a:r>
            <a:r>
              <a:rPr lang="en-US" b="0" i="0" dirty="0" err="1">
                <a:solidFill>
                  <a:srgbClr val="000000"/>
                </a:solidFill>
                <a:effectLst/>
              </a:rPr>
              <a:t>College_degrees</a:t>
            </a:r>
            <a:r>
              <a:rPr lang="en-US" b="0" i="0" dirty="0">
                <a:solidFill>
                  <a:srgbClr val="000000"/>
                </a:solidFill>
                <a:effectLst/>
              </a:rPr>
              <a:t> attribute. </a:t>
            </a:r>
          </a:p>
          <a:p>
            <a:r>
              <a:rPr lang="en-US" b="0" i="0" dirty="0">
                <a:solidFill>
                  <a:srgbClr val="000000"/>
                </a:solidFill>
                <a:effectLst/>
              </a:rPr>
              <a:t>Such attributes are called multivalued. </a:t>
            </a:r>
          </a:p>
          <a:p>
            <a:r>
              <a:rPr lang="en-US" b="0" i="0" dirty="0">
                <a:solidFill>
                  <a:srgbClr val="000000"/>
                </a:solidFill>
                <a:effectLst/>
              </a:rPr>
              <a:t>A multivalued attribute may have lower and upper bounds to constrain the number of values allowed for each individual entity.</a:t>
            </a:r>
          </a:p>
          <a:p>
            <a:r>
              <a:rPr lang="en-US" b="0" i="0" dirty="0">
                <a:solidFill>
                  <a:srgbClr val="000000"/>
                </a:solidFill>
                <a:effectLst/>
              </a:rPr>
              <a:t> For example, the Colors attribute of a car may be restricted to have between one and two values, if we assume that a car can have two colors at most.</a:t>
            </a:r>
            <a:endParaRPr lang="en-US" dirty="0">
              <a:effectLst/>
            </a:endParaRPr>
          </a:p>
          <a:p>
            <a:endParaRPr lang="en-IN" dirty="0"/>
          </a:p>
        </p:txBody>
      </p:sp>
    </p:spTree>
    <p:extLst>
      <p:ext uri="{BB962C8B-B14F-4D97-AF65-F5344CB8AC3E}">
        <p14:creationId xmlns:p14="http://schemas.microsoft.com/office/powerpoint/2010/main" val="3469063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BA665-C556-65B3-7FDE-AE1B283A7F6C}"/>
              </a:ext>
            </a:extLst>
          </p:cNvPr>
          <p:cNvSpPr>
            <a:spLocks noGrp="1"/>
          </p:cNvSpPr>
          <p:nvPr>
            <p:ph type="title"/>
          </p:nvPr>
        </p:nvSpPr>
        <p:spPr/>
        <p:txBody>
          <a:bodyPr/>
          <a:lstStyle/>
          <a:p>
            <a:r>
              <a:rPr lang="en-IN" b="1" i="0" dirty="0">
                <a:solidFill>
                  <a:srgbClr val="000000"/>
                </a:solidFill>
                <a:effectLst/>
              </a:rPr>
              <a:t>Stored versus Derived Attributes</a:t>
            </a:r>
            <a:br>
              <a:rPr lang="en-IN" dirty="0">
                <a:effectLst/>
              </a:rPr>
            </a:br>
            <a:endParaRPr lang="en-IN" dirty="0"/>
          </a:p>
        </p:txBody>
      </p:sp>
      <p:sp>
        <p:nvSpPr>
          <p:cNvPr id="3" name="Content Placeholder 2">
            <a:extLst>
              <a:ext uri="{FF2B5EF4-FFF2-40B4-BE49-F238E27FC236}">
                <a16:creationId xmlns:a16="http://schemas.microsoft.com/office/drawing/2014/main" id="{CA44EDF3-A6F3-E8FB-95AB-DD87DC1DB531}"/>
              </a:ext>
            </a:extLst>
          </p:cNvPr>
          <p:cNvSpPr>
            <a:spLocks noGrp="1"/>
          </p:cNvSpPr>
          <p:nvPr>
            <p:ph idx="1"/>
          </p:nvPr>
        </p:nvSpPr>
        <p:spPr/>
        <p:txBody>
          <a:bodyPr>
            <a:normAutofit lnSpcReduction="10000"/>
          </a:bodyPr>
          <a:lstStyle/>
          <a:p>
            <a:r>
              <a:rPr lang="en-US" b="0" i="0" dirty="0">
                <a:solidFill>
                  <a:srgbClr val="000000"/>
                </a:solidFill>
                <a:effectLst/>
              </a:rPr>
              <a:t>In some cases, two (or more) attribute values are related—for example, the Age and </a:t>
            </a:r>
            <a:r>
              <a:rPr lang="en-US" b="0" i="0" dirty="0" err="1">
                <a:solidFill>
                  <a:srgbClr val="000000"/>
                </a:solidFill>
                <a:effectLst/>
              </a:rPr>
              <a:t>Birth_date</a:t>
            </a:r>
            <a:r>
              <a:rPr lang="en-US" b="0" i="0" dirty="0">
                <a:solidFill>
                  <a:srgbClr val="000000"/>
                </a:solidFill>
                <a:effectLst/>
              </a:rPr>
              <a:t> attributes of a person. For a particular person entity, the value of Age can be determined from the current (today’s) date and the value of that person’s </a:t>
            </a:r>
            <a:r>
              <a:rPr lang="en-US" b="0" i="0" dirty="0" err="1">
                <a:solidFill>
                  <a:srgbClr val="000000"/>
                </a:solidFill>
                <a:effectLst/>
              </a:rPr>
              <a:t>Birth_date</a:t>
            </a:r>
            <a:r>
              <a:rPr lang="en-US" b="0" i="0" dirty="0">
                <a:solidFill>
                  <a:srgbClr val="000000"/>
                </a:solidFill>
                <a:effectLst/>
              </a:rPr>
              <a:t>.</a:t>
            </a:r>
          </a:p>
          <a:p>
            <a:r>
              <a:rPr lang="en-US" b="0" i="0" dirty="0">
                <a:solidFill>
                  <a:srgbClr val="000000"/>
                </a:solidFill>
                <a:effectLst/>
              </a:rPr>
              <a:t> The Age attribute is hence called a derived attribute and is said to be derivable from the </a:t>
            </a:r>
            <a:r>
              <a:rPr lang="en-US" b="0" i="0" dirty="0" err="1">
                <a:solidFill>
                  <a:srgbClr val="000000"/>
                </a:solidFill>
                <a:effectLst/>
              </a:rPr>
              <a:t>Birth_date</a:t>
            </a:r>
            <a:r>
              <a:rPr lang="en-US" b="0" i="0" dirty="0">
                <a:solidFill>
                  <a:srgbClr val="000000"/>
                </a:solidFill>
                <a:effectLst/>
              </a:rPr>
              <a:t> attribute, which is called a stored attribute. </a:t>
            </a:r>
          </a:p>
          <a:p>
            <a:r>
              <a:rPr lang="en-US" b="0" i="0" dirty="0">
                <a:solidFill>
                  <a:srgbClr val="000000"/>
                </a:solidFill>
                <a:effectLst/>
              </a:rPr>
              <a:t>Some attribute values can be derived from related entities; for example, an attribute </a:t>
            </a:r>
            <a:r>
              <a:rPr lang="en-US" b="0" i="0" dirty="0" err="1">
                <a:solidFill>
                  <a:srgbClr val="000000"/>
                </a:solidFill>
                <a:effectLst/>
              </a:rPr>
              <a:t>Number_of_employees</a:t>
            </a:r>
            <a:r>
              <a:rPr lang="en-US" b="0" i="0" dirty="0">
                <a:solidFill>
                  <a:srgbClr val="000000"/>
                </a:solidFill>
                <a:effectLst/>
              </a:rPr>
              <a:t> of a DEPARTMENT entity can be derived by counting the number of employees related to (working for) that department</a:t>
            </a:r>
            <a:endParaRPr lang="en-US" dirty="0">
              <a:effectLst/>
            </a:endParaRPr>
          </a:p>
          <a:p>
            <a:pPr marL="0" indent="0">
              <a:buNone/>
            </a:pPr>
            <a:endParaRPr lang="en-IN" dirty="0"/>
          </a:p>
        </p:txBody>
      </p:sp>
    </p:spTree>
    <p:extLst>
      <p:ext uri="{BB962C8B-B14F-4D97-AF65-F5344CB8AC3E}">
        <p14:creationId xmlns:p14="http://schemas.microsoft.com/office/powerpoint/2010/main" val="2418606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B1AC6-2B03-9BF3-231D-38F4E2B91CA3}"/>
              </a:ext>
            </a:extLst>
          </p:cNvPr>
          <p:cNvSpPr>
            <a:spLocks noGrp="1"/>
          </p:cNvSpPr>
          <p:nvPr>
            <p:ph type="title"/>
          </p:nvPr>
        </p:nvSpPr>
        <p:spPr>
          <a:xfrm>
            <a:off x="838200" y="365126"/>
            <a:ext cx="10515600" cy="745218"/>
          </a:xfrm>
        </p:spPr>
        <p:txBody>
          <a:bodyPr/>
          <a:lstStyle/>
          <a:p>
            <a:r>
              <a:rPr lang="en-US" b="1" i="0" dirty="0">
                <a:solidFill>
                  <a:srgbClr val="000000"/>
                </a:solidFill>
                <a:effectLst/>
              </a:rPr>
              <a:t>NULL Values</a:t>
            </a:r>
            <a:endParaRPr lang="en-IN" dirty="0"/>
          </a:p>
        </p:txBody>
      </p:sp>
      <p:sp>
        <p:nvSpPr>
          <p:cNvPr id="3" name="Content Placeholder 2">
            <a:extLst>
              <a:ext uri="{FF2B5EF4-FFF2-40B4-BE49-F238E27FC236}">
                <a16:creationId xmlns:a16="http://schemas.microsoft.com/office/drawing/2014/main" id="{2365E009-7BCD-0612-8574-83577055E736}"/>
              </a:ext>
            </a:extLst>
          </p:cNvPr>
          <p:cNvSpPr>
            <a:spLocks noGrp="1"/>
          </p:cNvSpPr>
          <p:nvPr>
            <p:ph idx="1"/>
          </p:nvPr>
        </p:nvSpPr>
        <p:spPr>
          <a:xfrm>
            <a:off x="838200" y="1035698"/>
            <a:ext cx="10515600" cy="5141265"/>
          </a:xfrm>
        </p:spPr>
        <p:txBody>
          <a:bodyPr>
            <a:normAutofit fontScale="85000" lnSpcReduction="20000"/>
          </a:bodyPr>
          <a:lstStyle/>
          <a:p>
            <a:r>
              <a:rPr lang="en-US" b="0" i="0" dirty="0">
                <a:solidFill>
                  <a:srgbClr val="000000"/>
                </a:solidFill>
                <a:effectLst/>
              </a:rPr>
              <a:t>In some cases, a particular entity may not have an applicable value for an attribute. </a:t>
            </a:r>
          </a:p>
          <a:p>
            <a:r>
              <a:rPr lang="en-US" b="0" i="0" dirty="0">
                <a:solidFill>
                  <a:srgbClr val="000000"/>
                </a:solidFill>
                <a:effectLst/>
              </a:rPr>
              <a:t>For example, the </a:t>
            </a:r>
            <a:r>
              <a:rPr lang="en-US" b="0" i="0" dirty="0" err="1">
                <a:solidFill>
                  <a:srgbClr val="000000"/>
                </a:solidFill>
                <a:effectLst/>
              </a:rPr>
              <a:t>Apartment_number</a:t>
            </a:r>
            <a:r>
              <a:rPr lang="en-US" b="0" i="0" dirty="0">
                <a:solidFill>
                  <a:srgbClr val="000000"/>
                </a:solidFill>
                <a:effectLst/>
              </a:rPr>
              <a:t> attribute of an address applies only to addresses that are in apartment buildings and not to other types of residences, such as single-family homes. </a:t>
            </a:r>
          </a:p>
          <a:p>
            <a:r>
              <a:rPr lang="en-US" b="0" i="0" dirty="0">
                <a:solidFill>
                  <a:srgbClr val="000000"/>
                </a:solidFill>
                <a:effectLst/>
              </a:rPr>
              <a:t>Similarly, a </a:t>
            </a:r>
            <a:r>
              <a:rPr lang="en-US" b="0" i="0" dirty="0" err="1">
                <a:solidFill>
                  <a:srgbClr val="000000"/>
                </a:solidFill>
                <a:effectLst/>
              </a:rPr>
              <a:t>College_degrees</a:t>
            </a:r>
            <a:r>
              <a:rPr lang="en-US" b="0" i="0" dirty="0">
                <a:solidFill>
                  <a:srgbClr val="000000"/>
                </a:solidFill>
                <a:effectLst/>
              </a:rPr>
              <a:t> attribute applies only to people with college degrees. For such situations, a special value called NULL is created. </a:t>
            </a:r>
          </a:p>
          <a:p>
            <a:r>
              <a:rPr lang="en-US" b="0" i="0" dirty="0">
                <a:solidFill>
                  <a:srgbClr val="000000"/>
                </a:solidFill>
                <a:effectLst/>
              </a:rPr>
              <a:t>An address of a single-family home would have NULL for its </a:t>
            </a:r>
            <a:r>
              <a:rPr lang="en-US" b="0" i="0" dirty="0" err="1">
                <a:solidFill>
                  <a:srgbClr val="000000"/>
                </a:solidFill>
                <a:effectLst/>
              </a:rPr>
              <a:t>Apartment_number</a:t>
            </a:r>
            <a:r>
              <a:rPr lang="en-US" b="0" i="0" dirty="0">
                <a:solidFill>
                  <a:srgbClr val="000000"/>
                </a:solidFill>
                <a:effectLst/>
              </a:rPr>
              <a:t> attribute, and a person with no college degree would have NULL for </a:t>
            </a:r>
            <a:r>
              <a:rPr lang="en-US" b="0" i="0" dirty="0" err="1">
                <a:solidFill>
                  <a:srgbClr val="000000"/>
                </a:solidFill>
                <a:effectLst/>
              </a:rPr>
              <a:t>College_degrees</a:t>
            </a:r>
            <a:r>
              <a:rPr lang="en-US" b="0" i="0" dirty="0">
                <a:solidFill>
                  <a:srgbClr val="000000"/>
                </a:solidFill>
                <a:effectLst/>
              </a:rPr>
              <a:t>. </a:t>
            </a:r>
          </a:p>
          <a:p>
            <a:r>
              <a:rPr lang="en-US" b="0" i="0" dirty="0">
                <a:solidFill>
                  <a:srgbClr val="000000"/>
                </a:solidFill>
                <a:effectLst/>
              </a:rPr>
              <a:t>NULL can also be used if we do not know the value of an attribute for a particular entity—</a:t>
            </a:r>
          </a:p>
          <a:p>
            <a:r>
              <a:rPr lang="en-US" b="0" i="0" dirty="0">
                <a:solidFill>
                  <a:srgbClr val="000000"/>
                </a:solidFill>
                <a:effectLst/>
              </a:rPr>
              <a:t>The unknown category of NULL can be further classified into two cases. The first case arises when it is known that the attribute value exists but is missing—for instance, if the Height attribute of a person is listed as NULL. The second case arises when it is not known whether the attribute value exists—for example, if the </a:t>
            </a:r>
            <a:r>
              <a:rPr lang="en-US" b="0" i="0" dirty="0" err="1">
                <a:solidFill>
                  <a:srgbClr val="000000"/>
                </a:solidFill>
                <a:effectLst/>
              </a:rPr>
              <a:t>Home_phone</a:t>
            </a:r>
            <a:r>
              <a:rPr lang="en-US" b="0" i="0" dirty="0">
                <a:solidFill>
                  <a:srgbClr val="000000"/>
                </a:solidFill>
                <a:effectLst/>
              </a:rPr>
              <a:t> attribute of a person is NULL.</a:t>
            </a:r>
            <a:endParaRPr lang="en-US" dirty="0">
              <a:effectLst/>
            </a:endParaRPr>
          </a:p>
          <a:p>
            <a:endParaRPr lang="en-IN" dirty="0"/>
          </a:p>
        </p:txBody>
      </p:sp>
    </p:spTree>
    <p:extLst>
      <p:ext uri="{BB962C8B-B14F-4D97-AF65-F5344CB8AC3E}">
        <p14:creationId xmlns:p14="http://schemas.microsoft.com/office/powerpoint/2010/main" val="3469210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05716-ADE2-75E2-77C3-837BA99A31C9}"/>
              </a:ext>
            </a:extLst>
          </p:cNvPr>
          <p:cNvSpPr>
            <a:spLocks noGrp="1"/>
          </p:cNvSpPr>
          <p:nvPr>
            <p:ph idx="1"/>
          </p:nvPr>
        </p:nvSpPr>
        <p:spPr>
          <a:xfrm>
            <a:off x="838200" y="578498"/>
            <a:ext cx="10515600" cy="5598465"/>
          </a:xfrm>
        </p:spPr>
        <p:txBody>
          <a:bodyPr>
            <a:normAutofit lnSpcReduction="10000"/>
          </a:bodyPr>
          <a:lstStyle/>
          <a:p>
            <a:pPr marL="0" indent="0" algn="l" rtl="0">
              <a:buNone/>
            </a:pPr>
            <a:r>
              <a:rPr lang="en-US" b="1" i="0" dirty="0">
                <a:solidFill>
                  <a:srgbClr val="000000"/>
                </a:solidFill>
                <a:effectLst/>
              </a:rPr>
              <a:t>Complex Attributes</a:t>
            </a:r>
            <a:r>
              <a:rPr lang="en-US" b="0" i="0" dirty="0">
                <a:solidFill>
                  <a:srgbClr val="000000"/>
                </a:solidFill>
                <a:effectLst/>
              </a:rPr>
              <a:t> </a:t>
            </a:r>
          </a:p>
          <a:p>
            <a:r>
              <a:rPr lang="en-US" b="0" i="0" dirty="0">
                <a:solidFill>
                  <a:srgbClr val="000000"/>
                </a:solidFill>
                <a:effectLst/>
              </a:rPr>
              <a:t>Notice that, in general, composite and multivalued attributes can be nested arbitrarily. </a:t>
            </a:r>
          </a:p>
          <a:p>
            <a:r>
              <a:rPr lang="en-US" b="0" i="0" dirty="0">
                <a:solidFill>
                  <a:srgbClr val="000000"/>
                </a:solidFill>
                <a:effectLst/>
              </a:rPr>
              <a:t>We can represent arbitrary nesting by grouping components of a composite attribute between parentheses ( ) and separating the components with commas, and by displaying multivalued attributes between braces { }. </a:t>
            </a:r>
          </a:p>
          <a:p>
            <a:r>
              <a:rPr lang="en-US" b="0" i="0" dirty="0">
                <a:solidFill>
                  <a:srgbClr val="000000"/>
                </a:solidFill>
                <a:effectLst/>
              </a:rPr>
              <a:t>Such attributes are called complex attributes. For example, if a person can have more than one residence and each residence can have a single address and multiple phones, an attribute </a:t>
            </a:r>
            <a:r>
              <a:rPr lang="en-US" b="0" i="0" dirty="0" err="1">
                <a:solidFill>
                  <a:srgbClr val="000000"/>
                </a:solidFill>
                <a:effectLst/>
              </a:rPr>
              <a:t>Address_phone</a:t>
            </a:r>
            <a:r>
              <a:rPr lang="en-US" b="0" i="0" dirty="0">
                <a:solidFill>
                  <a:srgbClr val="000000"/>
                </a:solidFill>
                <a:effectLst/>
              </a:rPr>
              <a:t> for a person can be specified as given below.</a:t>
            </a:r>
            <a:endParaRPr lang="en-US" dirty="0">
              <a:effectLst/>
            </a:endParaRPr>
          </a:p>
          <a:p>
            <a:pPr algn="l" rtl="0"/>
            <a:r>
              <a:rPr lang="en-US" b="0" i="0" dirty="0">
                <a:solidFill>
                  <a:srgbClr val="000000"/>
                </a:solidFill>
                <a:effectLst/>
              </a:rPr>
              <a:t>{</a:t>
            </a:r>
            <a:r>
              <a:rPr lang="en-US" b="0" i="0" dirty="0" err="1">
                <a:solidFill>
                  <a:srgbClr val="000000"/>
                </a:solidFill>
                <a:effectLst/>
              </a:rPr>
              <a:t>Address_phone</a:t>
            </a:r>
            <a:r>
              <a:rPr lang="en-US" b="0" i="0" dirty="0">
                <a:solidFill>
                  <a:srgbClr val="000000"/>
                </a:solidFill>
                <a:effectLst/>
              </a:rPr>
              <a:t>( {Phone(</a:t>
            </a:r>
            <a:r>
              <a:rPr lang="en-US" b="0" i="0" dirty="0" err="1">
                <a:solidFill>
                  <a:srgbClr val="000000"/>
                </a:solidFill>
                <a:effectLst/>
              </a:rPr>
              <a:t>Area_code,Phone_number</a:t>
            </a:r>
            <a:r>
              <a:rPr lang="en-US" b="0" i="0" dirty="0">
                <a:solidFill>
                  <a:srgbClr val="000000"/>
                </a:solidFill>
                <a:effectLst/>
              </a:rPr>
              <a:t>)},Address(</a:t>
            </a:r>
            <a:r>
              <a:rPr lang="en-US" b="0" i="0" dirty="0" err="1">
                <a:solidFill>
                  <a:srgbClr val="000000"/>
                </a:solidFill>
                <a:effectLst/>
              </a:rPr>
              <a:t>Street_address</a:t>
            </a:r>
            <a:r>
              <a:rPr lang="en-US" b="0" i="0" dirty="0">
                <a:solidFill>
                  <a:srgbClr val="000000"/>
                </a:solidFill>
                <a:effectLst/>
              </a:rPr>
              <a:t> (</a:t>
            </a:r>
            <a:r>
              <a:rPr lang="en-US" b="0" i="0" dirty="0" err="1">
                <a:solidFill>
                  <a:srgbClr val="000000"/>
                </a:solidFill>
                <a:effectLst/>
              </a:rPr>
              <a:t>Number,Street,Apartment_number</a:t>
            </a:r>
            <a:r>
              <a:rPr lang="en-US" b="0" i="0" dirty="0">
                <a:solidFill>
                  <a:srgbClr val="000000"/>
                </a:solidFill>
                <a:effectLst/>
              </a:rPr>
              <a:t>),</a:t>
            </a:r>
            <a:r>
              <a:rPr lang="en-US" b="0" i="0" dirty="0" err="1">
                <a:solidFill>
                  <a:srgbClr val="000000"/>
                </a:solidFill>
                <a:effectLst/>
              </a:rPr>
              <a:t>City,State,Zip</a:t>
            </a:r>
            <a:r>
              <a:rPr lang="en-US" b="0" i="0" dirty="0">
                <a:solidFill>
                  <a:srgbClr val="000000"/>
                </a:solidFill>
                <a:effectLst/>
              </a:rPr>
              <a:t>) )} </a:t>
            </a:r>
            <a:endParaRPr lang="en-US" dirty="0">
              <a:effectLst/>
            </a:endParaRPr>
          </a:p>
          <a:p>
            <a:endParaRPr lang="en-IN" dirty="0"/>
          </a:p>
        </p:txBody>
      </p:sp>
    </p:spTree>
    <p:extLst>
      <p:ext uri="{BB962C8B-B14F-4D97-AF65-F5344CB8AC3E}">
        <p14:creationId xmlns:p14="http://schemas.microsoft.com/office/powerpoint/2010/main" val="3207550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1D1D-00BF-AB47-C11E-20C2FF7E0EEE}"/>
              </a:ext>
            </a:extLst>
          </p:cNvPr>
          <p:cNvSpPr>
            <a:spLocks noGrp="1"/>
          </p:cNvSpPr>
          <p:nvPr>
            <p:ph type="title"/>
          </p:nvPr>
        </p:nvSpPr>
        <p:spPr/>
        <p:txBody>
          <a:bodyPr/>
          <a:lstStyle/>
          <a:p>
            <a:r>
              <a:rPr lang="en-US" b="1" i="0" dirty="0">
                <a:solidFill>
                  <a:srgbClr val="000000"/>
                </a:solidFill>
                <a:effectLst/>
              </a:rPr>
              <a:t>Entity Types, Entity Sets, Keys, and Value Sets</a:t>
            </a:r>
            <a:br>
              <a:rPr lang="en-US" dirty="0">
                <a:effectLst/>
              </a:rPr>
            </a:br>
            <a:endParaRPr lang="en-IN" dirty="0"/>
          </a:p>
        </p:txBody>
      </p:sp>
      <p:sp>
        <p:nvSpPr>
          <p:cNvPr id="3" name="Content Placeholder 2">
            <a:extLst>
              <a:ext uri="{FF2B5EF4-FFF2-40B4-BE49-F238E27FC236}">
                <a16:creationId xmlns:a16="http://schemas.microsoft.com/office/drawing/2014/main" id="{EF8774B4-290E-0335-0C53-ACB40D29AB0B}"/>
              </a:ext>
            </a:extLst>
          </p:cNvPr>
          <p:cNvSpPr>
            <a:spLocks noGrp="1"/>
          </p:cNvSpPr>
          <p:nvPr>
            <p:ph idx="1"/>
          </p:nvPr>
        </p:nvSpPr>
        <p:spPr>
          <a:xfrm>
            <a:off x="838200" y="1250302"/>
            <a:ext cx="10515600" cy="4926661"/>
          </a:xfrm>
        </p:spPr>
        <p:txBody>
          <a:bodyPr>
            <a:normAutofit/>
          </a:bodyPr>
          <a:lstStyle/>
          <a:p>
            <a:pPr marL="0" indent="0" algn="l" rtl="0">
              <a:buNone/>
            </a:pPr>
            <a:r>
              <a:rPr lang="en-US" b="1" i="0" dirty="0">
                <a:solidFill>
                  <a:srgbClr val="000000"/>
                </a:solidFill>
                <a:effectLst/>
              </a:rPr>
              <a:t>Entity Types and Entity Sets: </a:t>
            </a:r>
            <a:r>
              <a:rPr lang="en-US" b="0" i="0" dirty="0">
                <a:solidFill>
                  <a:srgbClr val="000000"/>
                </a:solidFill>
                <a:effectLst/>
              </a:rPr>
              <a:t>A database usually contains groups of entities that are similar. </a:t>
            </a:r>
          </a:p>
          <a:p>
            <a:pPr algn="l" rtl="0"/>
            <a:r>
              <a:rPr lang="en-US" b="0" i="0" dirty="0">
                <a:solidFill>
                  <a:srgbClr val="000000"/>
                </a:solidFill>
                <a:effectLst/>
              </a:rPr>
              <a:t>For example, a company employing hundreds of employees may want to store similar information concerning each of the employees. </a:t>
            </a:r>
          </a:p>
          <a:p>
            <a:pPr algn="l" rtl="0"/>
            <a:r>
              <a:rPr lang="en-US" b="0" i="0" dirty="0">
                <a:solidFill>
                  <a:srgbClr val="000000"/>
                </a:solidFill>
                <a:effectLst/>
              </a:rPr>
              <a:t>These employee entities share the same attributes, but each entity has its own value(s) for each attribute. </a:t>
            </a:r>
          </a:p>
          <a:p>
            <a:pPr algn="l" rtl="0"/>
            <a:r>
              <a:rPr lang="en-US" b="0" i="0" dirty="0">
                <a:solidFill>
                  <a:srgbClr val="000000"/>
                </a:solidFill>
                <a:effectLst/>
              </a:rPr>
              <a:t>An </a:t>
            </a:r>
            <a:r>
              <a:rPr lang="en-US" b="1" i="0" dirty="0">
                <a:solidFill>
                  <a:srgbClr val="000000"/>
                </a:solidFill>
                <a:effectLst/>
              </a:rPr>
              <a:t>entity type defines a collection (or set) of entities that have the same attributes. </a:t>
            </a:r>
          </a:p>
          <a:p>
            <a:pPr algn="l" rtl="0"/>
            <a:r>
              <a:rPr lang="en-US" b="0" i="0" dirty="0">
                <a:solidFill>
                  <a:srgbClr val="000000"/>
                </a:solidFill>
                <a:effectLst/>
              </a:rPr>
              <a:t>Each entity type in the database is described by its name and attributes. </a:t>
            </a:r>
            <a:endParaRPr lang="en-US" dirty="0">
              <a:effectLst/>
            </a:endParaRPr>
          </a:p>
          <a:p>
            <a:endParaRPr lang="en-IN" dirty="0"/>
          </a:p>
        </p:txBody>
      </p:sp>
    </p:spTree>
    <p:extLst>
      <p:ext uri="{BB962C8B-B14F-4D97-AF65-F5344CB8AC3E}">
        <p14:creationId xmlns:p14="http://schemas.microsoft.com/office/powerpoint/2010/main" val="1732941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91AE76-12E2-9AD6-9F4A-3EBEB928CED4}"/>
              </a:ext>
            </a:extLst>
          </p:cNvPr>
          <p:cNvSpPr>
            <a:spLocks noGrp="1"/>
          </p:cNvSpPr>
          <p:nvPr>
            <p:ph idx="1"/>
          </p:nvPr>
        </p:nvSpPr>
        <p:spPr>
          <a:xfrm>
            <a:off x="-1577427" y="-1944819"/>
            <a:ext cx="15656729" cy="7559807"/>
          </a:xfrm>
        </p:spPr>
        <p:txBody>
          <a:bodyPr/>
          <a:lstStyle/>
          <a:p>
            <a:endParaRPr lang="en-IN" dirty="0"/>
          </a:p>
          <a:p>
            <a:pPr marL="0" indent="0">
              <a:buNone/>
            </a:pPr>
            <a:endParaRPr lang="en-IN" dirty="0"/>
          </a:p>
        </p:txBody>
      </p:sp>
      <p:pic>
        <p:nvPicPr>
          <p:cNvPr id="1026" name="Picture 2">
            <a:extLst>
              <a:ext uri="{FF2B5EF4-FFF2-40B4-BE49-F238E27FC236}">
                <a16:creationId xmlns:a16="http://schemas.microsoft.com/office/drawing/2014/main" id="{727F43C2-1CE3-4574-27C3-D18DC36D7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4556" y="454479"/>
            <a:ext cx="7473819" cy="38270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F72CFB-DE88-FD96-7ED9-720085F3FB96}"/>
              </a:ext>
            </a:extLst>
          </p:cNvPr>
          <p:cNvSpPr txBox="1"/>
          <p:nvPr/>
        </p:nvSpPr>
        <p:spPr>
          <a:xfrm>
            <a:off x="1285874" y="4896743"/>
            <a:ext cx="10163175" cy="1569660"/>
          </a:xfrm>
          <a:prstGeom prst="rect">
            <a:avLst/>
          </a:prstGeom>
          <a:noFill/>
        </p:spPr>
        <p:txBody>
          <a:bodyPr wrap="square">
            <a:spAutoFit/>
          </a:bodyPr>
          <a:lstStyle/>
          <a:p>
            <a:pPr marL="342900" indent="-342900" algn="l" rtl="0">
              <a:buFont typeface="Arial" panose="020B0604020202020204" pitchFamily="34" charset="0"/>
              <a:buChar char="•"/>
            </a:pPr>
            <a:r>
              <a:rPr lang="en-US" sz="2400" b="0" i="0" dirty="0">
                <a:solidFill>
                  <a:srgbClr val="000000"/>
                </a:solidFill>
                <a:effectLst/>
              </a:rPr>
              <a:t>An entity type describes the schema or intension for a set of entities that share the same structure. </a:t>
            </a:r>
          </a:p>
          <a:p>
            <a:pPr marL="342900" indent="-342900" algn="l" rtl="0">
              <a:buFont typeface="Arial" panose="020B0604020202020204" pitchFamily="34" charset="0"/>
              <a:buChar char="•"/>
            </a:pPr>
            <a:r>
              <a:rPr lang="en-US" sz="2400" b="0" i="0" dirty="0">
                <a:solidFill>
                  <a:srgbClr val="000000"/>
                </a:solidFill>
                <a:effectLst/>
              </a:rPr>
              <a:t>The collection of entities of a particular entity type is grouped into an entity set, which is also called the extension of the entity type.</a:t>
            </a:r>
            <a:endParaRPr lang="en-US" sz="2400" dirty="0">
              <a:effectLst/>
            </a:endParaRPr>
          </a:p>
        </p:txBody>
      </p:sp>
    </p:spTree>
    <p:extLst>
      <p:ext uri="{BB962C8B-B14F-4D97-AF65-F5344CB8AC3E}">
        <p14:creationId xmlns:p14="http://schemas.microsoft.com/office/powerpoint/2010/main" val="1282001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2408-FD57-44AE-3BD7-A244509EBCF6}"/>
              </a:ext>
            </a:extLst>
          </p:cNvPr>
          <p:cNvSpPr>
            <a:spLocks noGrp="1"/>
          </p:cNvSpPr>
          <p:nvPr>
            <p:ph type="title"/>
          </p:nvPr>
        </p:nvSpPr>
        <p:spPr/>
        <p:txBody>
          <a:bodyPr/>
          <a:lstStyle/>
          <a:p>
            <a:r>
              <a:rPr lang="en-US" dirty="0"/>
              <a:t>Key attribute</a:t>
            </a:r>
            <a:endParaRPr lang="en-IN" dirty="0"/>
          </a:p>
        </p:txBody>
      </p:sp>
      <p:sp>
        <p:nvSpPr>
          <p:cNvPr id="3" name="Content Placeholder 2">
            <a:extLst>
              <a:ext uri="{FF2B5EF4-FFF2-40B4-BE49-F238E27FC236}">
                <a16:creationId xmlns:a16="http://schemas.microsoft.com/office/drawing/2014/main" id="{89AC25C4-D049-C6CC-D127-86F89B6DD67A}"/>
              </a:ext>
            </a:extLst>
          </p:cNvPr>
          <p:cNvSpPr>
            <a:spLocks noGrp="1"/>
          </p:cNvSpPr>
          <p:nvPr>
            <p:ph idx="1"/>
          </p:nvPr>
        </p:nvSpPr>
        <p:spPr/>
        <p:txBody>
          <a:bodyPr>
            <a:normAutofit fontScale="92500" lnSpcReduction="10000"/>
          </a:bodyPr>
          <a:lstStyle/>
          <a:p>
            <a:r>
              <a:rPr lang="en-US" b="0" i="0" dirty="0">
                <a:solidFill>
                  <a:srgbClr val="000000"/>
                </a:solidFill>
                <a:effectLst/>
              </a:rPr>
              <a:t>An entity type usually has one or more attributes whose values are distinct for each individual entity in the entity set. Such an attribute is called a key attribute, and its values can be used to identify each entity uniquely. </a:t>
            </a:r>
            <a:endParaRPr lang="en-US" dirty="0">
              <a:effectLst/>
            </a:endParaRPr>
          </a:p>
          <a:p>
            <a:pPr marL="0" indent="0">
              <a:buNone/>
            </a:pPr>
            <a:r>
              <a:rPr lang="en-IN" dirty="0"/>
              <a:t>Types of Keys:</a:t>
            </a:r>
          </a:p>
          <a:p>
            <a:r>
              <a:rPr lang="en-IN" dirty="0"/>
              <a:t>Primary Key</a:t>
            </a:r>
          </a:p>
          <a:p>
            <a:r>
              <a:rPr lang="en-IN" dirty="0"/>
              <a:t>Candidate Key</a:t>
            </a:r>
          </a:p>
          <a:p>
            <a:r>
              <a:rPr lang="en-IN" dirty="0"/>
              <a:t>Super Key</a:t>
            </a:r>
          </a:p>
          <a:p>
            <a:r>
              <a:rPr lang="en-IN" dirty="0"/>
              <a:t>Foreign Key</a:t>
            </a:r>
          </a:p>
          <a:p>
            <a:r>
              <a:rPr lang="en-IN" dirty="0"/>
              <a:t>Alternate Key</a:t>
            </a:r>
          </a:p>
          <a:p>
            <a:r>
              <a:rPr lang="en-IN" dirty="0"/>
              <a:t>Composite Key</a:t>
            </a:r>
          </a:p>
        </p:txBody>
      </p:sp>
    </p:spTree>
    <p:extLst>
      <p:ext uri="{BB962C8B-B14F-4D97-AF65-F5344CB8AC3E}">
        <p14:creationId xmlns:p14="http://schemas.microsoft.com/office/powerpoint/2010/main" val="1366924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53661-F041-E503-31AB-C19F93CE728F}"/>
              </a:ext>
            </a:extLst>
          </p:cNvPr>
          <p:cNvSpPr>
            <a:spLocks noGrp="1"/>
          </p:cNvSpPr>
          <p:nvPr>
            <p:ph type="title"/>
          </p:nvPr>
        </p:nvSpPr>
        <p:spPr>
          <a:xfrm>
            <a:off x="838200" y="121299"/>
            <a:ext cx="10515600" cy="942391"/>
          </a:xfrm>
        </p:spPr>
        <p:txBody>
          <a:bodyPr/>
          <a:lstStyle/>
          <a:p>
            <a:r>
              <a:rPr lang="en-US" dirty="0"/>
              <a:t>Primary Key </a:t>
            </a:r>
            <a:endParaRPr lang="en-IN" dirty="0"/>
          </a:p>
        </p:txBody>
      </p:sp>
      <p:sp>
        <p:nvSpPr>
          <p:cNvPr id="3" name="Content Placeholder 2">
            <a:extLst>
              <a:ext uri="{FF2B5EF4-FFF2-40B4-BE49-F238E27FC236}">
                <a16:creationId xmlns:a16="http://schemas.microsoft.com/office/drawing/2014/main" id="{ED201C11-1320-0201-FDF6-62EA103FA9BF}"/>
              </a:ext>
            </a:extLst>
          </p:cNvPr>
          <p:cNvSpPr>
            <a:spLocks noGrp="1"/>
          </p:cNvSpPr>
          <p:nvPr>
            <p:ph idx="1"/>
          </p:nvPr>
        </p:nvSpPr>
        <p:spPr>
          <a:xfrm>
            <a:off x="698240" y="914399"/>
            <a:ext cx="11272935" cy="6503438"/>
          </a:xfrm>
        </p:spPr>
        <p:txBody>
          <a:bodyPr/>
          <a:lstStyle/>
          <a:p>
            <a:pPr algn="just">
              <a:buFont typeface="Arial" panose="020B0604020202020204" pitchFamily="34" charset="0"/>
              <a:buChar char="•"/>
            </a:pPr>
            <a:r>
              <a:rPr lang="en-US" b="0" i="0" dirty="0">
                <a:solidFill>
                  <a:srgbClr val="000000"/>
                </a:solidFill>
                <a:effectLst/>
                <a:latin typeface="inter-regular"/>
              </a:rPr>
              <a:t>It is the first key used to identify one and only one instance of an entity uniquely. An entity can contain multiple keys, as we saw in the PERSON table. The key which is most suitable from those lists becomes a primary key.</a:t>
            </a:r>
          </a:p>
          <a:p>
            <a:pPr algn="just">
              <a:buFont typeface="Arial" panose="020B0604020202020204" pitchFamily="34" charset="0"/>
              <a:buChar char="•"/>
            </a:pPr>
            <a:r>
              <a:rPr lang="en-US" b="0" i="0" dirty="0">
                <a:solidFill>
                  <a:srgbClr val="000000"/>
                </a:solidFill>
                <a:effectLst/>
                <a:latin typeface="inter-regular"/>
              </a:rPr>
              <a:t>In the EMPLOYEE table, ID can be the primary key since it is unique for each employee. In the EMPLOYEE table, we can even select </a:t>
            </a:r>
            <a:r>
              <a:rPr lang="en-US" b="0" i="0" dirty="0" err="1">
                <a:solidFill>
                  <a:srgbClr val="000000"/>
                </a:solidFill>
                <a:effectLst/>
                <a:latin typeface="inter-regular"/>
              </a:rPr>
              <a:t>License_Number</a:t>
            </a:r>
            <a:r>
              <a:rPr lang="en-US" b="0" i="0" dirty="0">
                <a:solidFill>
                  <a:srgbClr val="000000"/>
                </a:solidFill>
                <a:effectLst/>
                <a:latin typeface="inter-regular"/>
              </a:rPr>
              <a:t> and </a:t>
            </a:r>
            <a:r>
              <a:rPr lang="en-US" b="0" i="0" dirty="0" err="1">
                <a:solidFill>
                  <a:srgbClr val="000000"/>
                </a:solidFill>
                <a:effectLst/>
                <a:latin typeface="inter-regular"/>
              </a:rPr>
              <a:t>Passport_Number</a:t>
            </a:r>
            <a:r>
              <a:rPr lang="en-US" b="0" i="0" dirty="0">
                <a:solidFill>
                  <a:srgbClr val="000000"/>
                </a:solidFill>
                <a:effectLst/>
                <a:latin typeface="inter-regular"/>
              </a:rPr>
              <a:t> as primary keys since they are also unique.</a:t>
            </a:r>
          </a:p>
          <a:p>
            <a:pPr algn="just">
              <a:buFont typeface="Arial" panose="020B0604020202020204" pitchFamily="34" charset="0"/>
              <a:buChar char="•"/>
            </a:pPr>
            <a:r>
              <a:rPr lang="en-US" b="0" i="0" dirty="0">
                <a:solidFill>
                  <a:srgbClr val="000000"/>
                </a:solidFill>
                <a:effectLst/>
                <a:latin typeface="inter-regular"/>
              </a:rPr>
              <a:t>For each entity, the primary key selection is based on requirements and developers.</a:t>
            </a:r>
          </a:p>
          <a:p>
            <a:endParaRPr lang="en-IN" dirty="0"/>
          </a:p>
        </p:txBody>
      </p:sp>
      <p:pic>
        <p:nvPicPr>
          <p:cNvPr id="2052" name="Picture 4" descr="DBMS Keys">
            <a:extLst>
              <a:ext uri="{FF2B5EF4-FFF2-40B4-BE49-F238E27FC236}">
                <a16:creationId xmlns:a16="http://schemas.microsoft.com/office/drawing/2014/main" id="{0C8F21B8-E386-A3DA-628C-2EDFF2E82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2353" y="4541968"/>
            <a:ext cx="5112398" cy="2194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840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C84E-4272-6C41-6904-D8B8C70F4C30}"/>
              </a:ext>
            </a:extLst>
          </p:cNvPr>
          <p:cNvSpPr>
            <a:spLocks noGrp="1"/>
          </p:cNvSpPr>
          <p:nvPr>
            <p:ph type="title"/>
          </p:nvPr>
        </p:nvSpPr>
        <p:spPr>
          <a:xfrm>
            <a:off x="838200" y="365126"/>
            <a:ext cx="10515600" cy="745218"/>
          </a:xfrm>
        </p:spPr>
        <p:txBody>
          <a:bodyPr>
            <a:normAutofit fontScale="90000"/>
          </a:bodyPr>
          <a:lstStyle/>
          <a:p>
            <a:r>
              <a:rPr lang="en-IN" b="0" i="0" dirty="0">
                <a:effectLst/>
                <a:latin typeface="erdana"/>
              </a:rPr>
              <a:t>Candidate key</a:t>
            </a:r>
            <a:br>
              <a:rPr lang="en-IN"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9C061591-5EF0-8316-AB12-91B4BC975515}"/>
              </a:ext>
            </a:extLst>
          </p:cNvPr>
          <p:cNvSpPr>
            <a:spLocks noGrp="1"/>
          </p:cNvSpPr>
          <p:nvPr>
            <p:ph idx="1"/>
          </p:nvPr>
        </p:nvSpPr>
        <p:spPr>
          <a:xfrm>
            <a:off x="511629" y="819763"/>
            <a:ext cx="10515600" cy="5458506"/>
          </a:xfrm>
        </p:spPr>
        <p:txBody>
          <a:bodyPr/>
          <a:lstStyle/>
          <a:p>
            <a:pPr algn="just">
              <a:buFont typeface="Arial" panose="020B0604020202020204" pitchFamily="34" charset="0"/>
              <a:buChar char="•"/>
            </a:pPr>
            <a:r>
              <a:rPr lang="en-US" b="0" i="0" dirty="0">
                <a:solidFill>
                  <a:srgbClr val="000000"/>
                </a:solidFill>
                <a:effectLst/>
                <a:latin typeface="inter-regular"/>
              </a:rPr>
              <a:t>A candidate key is an attribute or set of attributes that can uniquely identified.</a:t>
            </a:r>
          </a:p>
          <a:p>
            <a:pPr algn="just">
              <a:buFont typeface="Arial" panose="020B0604020202020204" pitchFamily="34" charset="0"/>
              <a:buChar char="•"/>
            </a:pPr>
            <a:r>
              <a:rPr lang="en-US" b="0" i="0" dirty="0">
                <a:solidFill>
                  <a:srgbClr val="000000"/>
                </a:solidFill>
                <a:effectLst/>
                <a:latin typeface="inter-regular"/>
              </a:rPr>
              <a:t>Except for the primary key, the remaining attributes are considered a candidate key. The candidate keys are as strong as the primary key.</a:t>
            </a:r>
          </a:p>
          <a:p>
            <a:pPr algn="just"/>
            <a:r>
              <a:rPr lang="en-US" b="1" i="0" dirty="0">
                <a:solidFill>
                  <a:srgbClr val="333333"/>
                </a:solidFill>
                <a:effectLst/>
                <a:latin typeface="inter-bold"/>
              </a:rPr>
              <a:t>For example:</a:t>
            </a:r>
            <a:r>
              <a:rPr lang="en-US" b="0" i="0" dirty="0">
                <a:solidFill>
                  <a:srgbClr val="333333"/>
                </a:solidFill>
                <a:effectLst/>
                <a:latin typeface="inter-regular"/>
              </a:rPr>
              <a:t> In the EMPLOYEE table, id is best suited for the primary key. The rest of the attributes, like SSN, </a:t>
            </a:r>
            <a:r>
              <a:rPr lang="en-US" b="0" i="0" dirty="0" err="1">
                <a:solidFill>
                  <a:srgbClr val="333333"/>
                </a:solidFill>
                <a:effectLst/>
                <a:latin typeface="inter-regular"/>
              </a:rPr>
              <a:t>Passport_Number</a:t>
            </a:r>
            <a:r>
              <a:rPr lang="en-US" b="0" i="0" dirty="0">
                <a:solidFill>
                  <a:srgbClr val="333333"/>
                </a:solidFill>
                <a:effectLst/>
                <a:latin typeface="inter-regular"/>
              </a:rPr>
              <a:t>, </a:t>
            </a:r>
            <a:r>
              <a:rPr lang="en-US" b="0" i="0" dirty="0" err="1">
                <a:solidFill>
                  <a:srgbClr val="333333"/>
                </a:solidFill>
                <a:effectLst/>
                <a:latin typeface="inter-regular"/>
              </a:rPr>
              <a:t>License_Number</a:t>
            </a:r>
            <a:r>
              <a:rPr lang="en-US" b="0" i="0" dirty="0">
                <a:solidFill>
                  <a:srgbClr val="333333"/>
                </a:solidFill>
                <a:effectLst/>
                <a:latin typeface="inter-regular"/>
              </a:rPr>
              <a:t>, etc., are considered a candidate key.</a:t>
            </a:r>
          </a:p>
          <a:p>
            <a:br>
              <a:rPr lang="en-US" dirty="0"/>
            </a:br>
            <a:endParaRPr lang="en-IN" dirty="0"/>
          </a:p>
        </p:txBody>
      </p:sp>
      <p:pic>
        <p:nvPicPr>
          <p:cNvPr id="3074" name="Picture 2" descr="DBMS Keys">
            <a:extLst>
              <a:ext uri="{FF2B5EF4-FFF2-40B4-BE49-F238E27FC236}">
                <a16:creationId xmlns:a16="http://schemas.microsoft.com/office/drawing/2014/main" id="{B59CD58E-B752-E725-DFDD-A8BF739C14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8900" y="3846831"/>
            <a:ext cx="4286250" cy="28860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77E7DB3D-2A70-2816-001F-F2C00EA5FC79}"/>
              </a:ext>
            </a:extLst>
          </p:cNvPr>
          <p:cNvGraphicFramePr>
            <a:graphicFrameLocks noGrp="1"/>
          </p:cNvGraphicFramePr>
          <p:nvPr>
            <p:extLst>
              <p:ext uri="{D42A27DB-BD31-4B8C-83A1-F6EECF244321}">
                <p14:modId xmlns:p14="http://schemas.microsoft.com/office/powerpoint/2010/main" val="3555752701"/>
              </p:ext>
            </p:extLst>
          </p:nvPr>
        </p:nvGraphicFramePr>
        <p:xfrm>
          <a:off x="6718236" y="5533051"/>
          <a:ext cx="1716637" cy="745218"/>
        </p:xfrm>
        <a:graphic>
          <a:graphicData uri="http://schemas.openxmlformats.org/drawingml/2006/table">
            <a:tbl>
              <a:tblPr firstRow="1" bandRow="1">
                <a:tableStyleId>{5C22544A-7EE6-4342-B048-85BDC9FD1C3A}</a:tableStyleId>
              </a:tblPr>
              <a:tblGrid>
                <a:gridCol w="1716637">
                  <a:extLst>
                    <a:ext uri="{9D8B030D-6E8A-4147-A177-3AD203B41FA5}">
                      <a16:colId xmlns:a16="http://schemas.microsoft.com/office/drawing/2014/main" val="1985761375"/>
                    </a:ext>
                  </a:extLst>
                </a:gridCol>
              </a:tblGrid>
              <a:tr h="745218">
                <a:tc>
                  <a:txBody>
                    <a:bodyPr/>
                    <a:lstStyle/>
                    <a:p>
                      <a:r>
                        <a:rPr lang="en-US" dirty="0"/>
                        <a:t>Candidate Key</a:t>
                      </a:r>
                      <a:endParaRPr lang="en-IN" dirty="0"/>
                    </a:p>
                  </a:txBody>
                  <a:tcPr/>
                </a:tc>
                <a:extLst>
                  <a:ext uri="{0D108BD9-81ED-4DB2-BD59-A6C34878D82A}">
                    <a16:rowId xmlns:a16="http://schemas.microsoft.com/office/drawing/2014/main" val="2431807273"/>
                  </a:ext>
                </a:extLst>
              </a:tr>
            </a:tbl>
          </a:graphicData>
        </a:graphic>
      </p:graphicFrame>
      <p:cxnSp>
        <p:nvCxnSpPr>
          <p:cNvPr id="6" name="Straight Connector 5">
            <a:extLst>
              <a:ext uri="{FF2B5EF4-FFF2-40B4-BE49-F238E27FC236}">
                <a16:creationId xmlns:a16="http://schemas.microsoft.com/office/drawing/2014/main" id="{916EB801-59AF-6980-486E-58C21280D4F0}"/>
              </a:ext>
            </a:extLst>
          </p:cNvPr>
          <p:cNvCxnSpPr>
            <a:cxnSpLocks/>
            <a:endCxn id="4" idx="1"/>
          </p:cNvCxnSpPr>
          <p:nvPr/>
        </p:nvCxnSpPr>
        <p:spPr>
          <a:xfrm>
            <a:off x="6543384" y="5896945"/>
            <a:ext cx="174852" cy="871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691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0631-A956-0DA5-FC52-E0E03DA3ECC2}"/>
              </a:ext>
            </a:extLst>
          </p:cNvPr>
          <p:cNvSpPr>
            <a:spLocks noGrp="1"/>
          </p:cNvSpPr>
          <p:nvPr>
            <p:ph type="title"/>
          </p:nvPr>
        </p:nvSpPr>
        <p:spPr>
          <a:xfrm>
            <a:off x="838200" y="365125"/>
            <a:ext cx="10515600" cy="791871"/>
          </a:xfrm>
        </p:spPr>
        <p:txBody>
          <a:bodyPr/>
          <a:lstStyle/>
          <a:p>
            <a:r>
              <a:rPr lang="en-US" dirty="0"/>
              <a:t>Super Key</a:t>
            </a:r>
            <a:endParaRPr lang="en-IN" dirty="0"/>
          </a:p>
        </p:txBody>
      </p:sp>
      <p:sp>
        <p:nvSpPr>
          <p:cNvPr id="3" name="Content Placeholder 2">
            <a:extLst>
              <a:ext uri="{FF2B5EF4-FFF2-40B4-BE49-F238E27FC236}">
                <a16:creationId xmlns:a16="http://schemas.microsoft.com/office/drawing/2014/main" id="{689412CE-D545-01DC-3026-E70BE09210BC}"/>
              </a:ext>
            </a:extLst>
          </p:cNvPr>
          <p:cNvSpPr>
            <a:spLocks noGrp="1"/>
          </p:cNvSpPr>
          <p:nvPr>
            <p:ph idx="1"/>
          </p:nvPr>
        </p:nvSpPr>
        <p:spPr>
          <a:xfrm>
            <a:off x="838200" y="1091682"/>
            <a:ext cx="10675776" cy="5328495"/>
          </a:xfrm>
        </p:spPr>
        <p:txBody>
          <a:bodyPr/>
          <a:lstStyle/>
          <a:p>
            <a:r>
              <a:rPr lang="en-US" b="0" i="0" dirty="0">
                <a:solidFill>
                  <a:srgbClr val="333333"/>
                </a:solidFill>
                <a:effectLst/>
              </a:rPr>
              <a:t>Super key is an attribute set that can uniquely identify a tuple. A super key is a superset of a candidate key.</a:t>
            </a:r>
            <a:endParaRPr lang="en-IN" dirty="0"/>
          </a:p>
        </p:txBody>
      </p:sp>
      <p:sp>
        <p:nvSpPr>
          <p:cNvPr id="4" name="AutoShape 2" descr="DBMS Keys">
            <a:extLst>
              <a:ext uri="{FF2B5EF4-FFF2-40B4-BE49-F238E27FC236}">
                <a16:creationId xmlns:a16="http://schemas.microsoft.com/office/drawing/2014/main" id="{6D0341AC-7C54-82FD-5740-311D62FEA05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00" name="Picture 4" descr="DBMS Keys">
            <a:extLst>
              <a:ext uri="{FF2B5EF4-FFF2-40B4-BE49-F238E27FC236}">
                <a16:creationId xmlns:a16="http://schemas.microsoft.com/office/drawing/2014/main" id="{3712A35D-7840-D1B8-AF13-DB18EF2B5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5" y="2133600"/>
            <a:ext cx="4286250" cy="2590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3B40C08-A421-83BF-1B12-002449704099}"/>
              </a:ext>
            </a:extLst>
          </p:cNvPr>
          <p:cNvSpPr txBox="1"/>
          <p:nvPr/>
        </p:nvSpPr>
        <p:spPr>
          <a:xfrm>
            <a:off x="989046" y="4850517"/>
            <a:ext cx="10049068" cy="1569660"/>
          </a:xfrm>
          <a:prstGeom prst="rect">
            <a:avLst/>
          </a:prstGeom>
          <a:noFill/>
        </p:spPr>
        <p:txBody>
          <a:bodyPr wrap="square">
            <a:spAutoFit/>
          </a:bodyPr>
          <a:lstStyle/>
          <a:p>
            <a:r>
              <a:rPr lang="en-US" sz="2400" b="1" i="0" dirty="0">
                <a:solidFill>
                  <a:srgbClr val="333333"/>
                </a:solidFill>
                <a:effectLst/>
              </a:rPr>
              <a:t>For example:</a:t>
            </a:r>
            <a:r>
              <a:rPr lang="en-US" sz="2400" b="0" i="0" dirty="0">
                <a:solidFill>
                  <a:srgbClr val="333333"/>
                </a:solidFill>
                <a:effectLst/>
              </a:rPr>
              <a:t> In the above EMPLOYEE table, for(EMPLOEE_ID, EMPLOYEE_NAME), the name of two employees can be the same, but their EMPLYEE_ID can't be the same. Hence, this combination can also be a key.</a:t>
            </a:r>
          </a:p>
          <a:p>
            <a:pPr marL="342900" indent="-342900">
              <a:buFont typeface="Arial" panose="020B0604020202020204" pitchFamily="34" charset="0"/>
              <a:buChar char="•"/>
            </a:pPr>
            <a:r>
              <a:rPr lang="en-US" sz="2400" b="0" i="0" dirty="0">
                <a:solidFill>
                  <a:srgbClr val="333333"/>
                </a:solidFill>
                <a:effectLst/>
              </a:rPr>
              <a:t>The super key would be EMPLOYEE-ID (EMPLOYEE_ID, EMPLOYEE-NAME).</a:t>
            </a:r>
            <a:endParaRPr lang="en-IN" sz="2400" dirty="0"/>
          </a:p>
        </p:txBody>
      </p:sp>
    </p:spTree>
    <p:extLst>
      <p:ext uri="{BB962C8B-B14F-4D97-AF65-F5344CB8AC3E}">
        <p14:creationId xmlns:p14="http://schemas.microsoft.com/office/powerpoint/2010/main" val="514669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CB07-B2A4-0B68-DBD2-F1964A3904D5}"/>
              </a:ext>
            </a:extLst>
          </p:cNvPr>
          <p:cNvSpPr>
            <a:spLocks noGrp="1"/>
          </p:cNvSpPr>
          <p:nvPr>
            <p:ph type="title"/>
          </p:nvPr>
        </p:nvSpPr>
        <p:spPr>
          <a:xfrm>
            <a:off x="838200" y="365126"/>
            <a:ext cx="10515600" cy="530614"/>
          </a:xfrm>
        </p:spPr>
        <p:txBody>
          <a:bodyPr>
            <a:normAutofit fontScale="90000"/>
          </a:bodyPr>
          <a:lstStyle/>
          <a:p>
            <a:r>
              <a:rPr lang="en-IN" b="0" i="0" dirty="0">
                <a:effectLst/>
                <a:latin typeface="erdana"/>
              </a:rPr>
              <a:t>Foreign key</a:t>
            </a:r>
            <a:br>
              <a:rPr lang="en-IN"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EA2BDF43-2A78-CE44-BA9D-AB205B952986}"/>
              </a:ext>
            </a:extLst>
          </p:cNvPr>
          <p:cNvSpPr>
            <a:spLocks noGrp="1"/>
          </p:cNvSpPr>
          <p:nvPr>
            <p:ph idx="1"/>
          </p:nvPr>
        </p:nvSpPr>
        <p:spPr>
          <a:xfrm>
            <a:off x="838199" y="709132"/>
            <a:ext cx="10666445" cy="6111551"/>
          </a:xfrm>
        </p:spPr>
        <p:txBody>
          <a:bodyPr/>
          <a:lstStyle/>
          <a:p>
            <a:pPr algn="just">
              <a:buFont typeface="Arial" panose="020B0604020202020204" pitchFamily="34" charset="0"/>
              <a:buChar char="•"/>
            </a:pPr>
            <a:r>
              <a:rPr lang="en-US" b="0" i="0" dirty="0">
                <a:solidFill>
                  <a:srgbClr val="000000"/>
                </a:solidFill>
                <a:effectLst/>
                <a:latin typeface="inter-regular"/>
              </a:rPr>
              <a:t>Foreign keys are the column of the table used to point to the primary key of another table.</a:t>
            </a:r>
          </a:p>
          <a:p>
            <a:pPr algn="just">
              <a:buFont typeface="Arial" panose="020B0604020202020204" pitchFamily="34" charset="0"/>
              <a:buChar char="•"/>
            </a:pPr>
            <a:r>
              <a:rPr lang="en-US" b="0" i="0" dirty="0">
                <a:solidFill>
                  <a:srgbClr val="000000"/>
                </a:solidFill>
                <a:effectLst/>
                <a:latin typeface="inter-regular"/>
              </a:rPr>
              <a:t>Every employee works in a specific department in a company, and employee and department are two different entities. So we can't store the department's information in the employee table. That's why we link these two tables through the primary key of one table.</a:t>
            </a:r>
          </a:p>
          <a:p>
            <a:pPr algn="just">
              <a:buFont typeface="Arial" panose="020B0604020202020204" pitchFamily="34" charset="0"/>
              <a:buChar char="•"/>
            </a:pPr>
            <a:r>
              <a:rPr lang="en-US" b="0" i="0" dirty="0">
                <a:solidFill>
                  <a:srgbClr val="000000"/>
                </a:solidFill>
                <a:effectLst/>
                <a:latin typeface="inter-regular"/>
              </a:rPr>
              <a:t>We add the primary key of the DEPARTMENT table, </a:t>
            </a:r>
            <a:r>
              <a:rPr lang="en-US" b="0" i="0" dirty="0" err="1">
                <a:solidFill>
                  <a:srgbClr val="000000"/>
                </a:solidFill>
                <a:effectLst/>
                <a:latin typeface="inter-regular"/>
              </a:rPr>
              <a:t>Department_Id</a:t>
            </a:r>
            <a:r>
              <a:rPr lang="en-US" b="0" i="0" dirty="0">
                <a:solidFill>
                  <a:srgbClr val="000000"/>
                </a:solidFill>
                <a:effectLst/>
                <a:latin typeface="inter-regular"/>
              </a:rPr>
              <a:t>, as a new attribute in the EMPLOYEE table.</a:t>
            </a:r>
          </a:p>
          <a:p>
            <a:pPr algn="just">
              <a:buFont typeface="Arial" panose="020B0604020202020204" pitchFamily="34" charset="0"/>
              <a:buChar char="•"/>
            </a:pPr>
            <a:r>
              <a:rPr lang="en-US" b="0" i="0" dirty="0">
                <a:solidFill>
                  <a:srgbClr val="000000"/>
                </a:solidFill>
                <a:effectLst/>
                <a:latin typeface="inter-regular"/>
              </a:rPr>
              <a:t>In the EMPLOYEE table, </a:t>
            </a:r>
            <a:r>
              <a:rPr lang="en-US" b="0" i="0" dirty="0" err="1">
                <a:solidFill>
                  <a:srgbClr val="000000"/>
                </a:solidFill>
                <a:effectLst/>
                <a:latin typeface="inter-regular"/>
              </a:rPr>
              <a:t>Department_Id</a:t>
            </a:r>
            <a:r>
              <a:rPr lang="en-US" b="0" i="0" dirty="0">
                <a:solidFill>
                  <a:srgbClr val="000000"/>
                </a:solidFill>
                <a:effectLst/>
                <a:latin typeface="inter-regular"/>
              </a:rPr>
              <a:t> is the foreign key, and both the tables are related.</a:t>
            </a:r>
          </a:p>
          <a:p>
            <a:endParaRPr lang="en-IN" dirty="0"/>
          </a:p>
        </p:txBody>
      </p:sp>
      <p:pic>
        <p:nvPicPr>
          <p:cNvPr id="5122" name="Picture 2" descr="DBMS Keys">
            <a:extLst>
              <a:ext uri="{FF2B5EF4-FFF2-40B4-BE49-F238E27FC236}">
                <a16:creationId xmlns:a16="http://schemas.microsoft.com/office/drawing/2014/main" id="{8289738B-EC3E-DF71-B775-F5273705F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4443" y="4803224"/>
            <a:ext cx="4328626" cy="2194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710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8A28-7318-EA68-C606-6B1F7AA62C22}"/>
              </a:ext>
            </a:extLst>
          </p:cNvPr>
          <p:cNvSpPr>
            <a:spLocks noGrp="1"/>
          </p:cNvSpPr>
          <p:nvPr>
            <p:ph type="title"/>
          </p:nvPr>
        </p:nvSpPr>
        <p:spPr/>
        <p:txBody>
          <a:bodyPr/>
          <a:lstStyle/>
          <a:p>
            <a:r>
              <a:rPr lang="en-IN" b="0" i="0" dirty="0">
                <a:effectLst/>
                <a:latin typeface="erdana"/>
              </a:rPr>
              <a:t> Composite key</a:t>
            </a:r>
            <a:br>
              <a:rPr lang="en-IN"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0A2ACABB-E00C-126F-ACCB-30DB4565C0D7}"/>
              </a:ext>
            </a:extLst>
          </p:cNvPr>
          <p:cNvSpPr>
            <a:spLocks noGrp="1"/>
          </p:cNvSpPr>
          <p:nvPr>
            <p:ph idx="1"/>
          </p:nvPr>
        </p:nvSpPr>
        <p:spPr>
          <a:xfrm>
            <a:off x="838200" y="1156996"/>
            <a:ext cx="10515600" cy="5019967"/>
          </a:xfrm>
        </p:spPr>
        <p:txBody>
          <a:bodyPr/>
          <a:lstStyle/>
          <a:p>
            <a:pPr algn="just"/>
            <a:r>
              <a:rPr lang="en-US" b="0" i="0" dirty="0">
                <a:solidFill>
                  <a:srgbClr val="333333"/>
                </a:solidFill>
                <a:effectLst/>
                <a:latin typeface="inter-regular"/>
              </a:rPr>
              <a:t>Whenever a primary key consists of more than one attribute, it is known as a composite key. This key is also known as Concatenated Key.</a:t>
            </a:r>
          </a:p>
          <a:p>
            <a:r>
              <a:rPr lang="en-US" b="1" i="0" dirty="0">
                <a:solidFill>
                  <a:srgbClr val="333333"/>
                </a:solidFill>
                <a:effectLst/>
                <a:latin typeface="inter-bold"/>
              </a:rPr>
              <a:t>For example,</a:t>
            </a:r>
            <a:r>
              <a:rPr lang="en-US" b="0" i="0" dirty="0">
                <a:solidFill>
                  <a:srgbClr val="333333"/>
                </a:solidFill>
                <a:effectLst/>
                <a:latin typeface="inter-regular"/>
              </a:rPr>
              <a:t> in employee relations, we assume that an employee may be </a:t>
            </a:r>
            <a:r>
              <a:rPr lang="en-US" b="0" i="0">
                <a:solidFill>
                  <a:srgbClr val="333333"/>
                </a:solidFill>
                <a:effectLst/>
                <a:latin typeface="inter-regular"/>
              </a:rPr>
              <a:t>assigned multiple     06 </a:t>
            </a:r>
            <a:r>
              <a:rPr lang="en-US" b="0" i="0" dirty="0">
                <a:solidFill>
                  <a:srgbClr val="333333"/>
                </a:solidFill>
                <a:effectLst/>
                <a:latin typeface="inter-regular"/>
              </a:rPr>
              <a:t>roles, and an employee may work on multiple projects simultaneously. So the primary key will be composed of all three attributes, namely </a:t>
            </a:r>
            <a:r>
              <a:rPr lang="en-US" b="0" i="0" dirty="0" err="1">
                <a:solidFill>
                  <a:srgbClr val="333333"/>
                </a:solidFill>
                <a:effectLst/>
                <a:latin typeface="inter-regular"/>
              </a:rPr>
              <a:t>Emp_ID</a:t>
            </a:r>
            <a:r>
              <a:rPr lang="en-US" b="0" i="0" dirty="0">
                <a:solidFill>
                  <a:srgbClr val="333333"/>
                </a:solidFill>
                <a:effectLst/>
                <a:latin typeface="inter-regular"/>
              </a:rPr>
              <a:t>, </a:t>
            </a:r>
            <a:r>
              <a:rPr lang="en-US" b="0" i="0" dirty="0" err="1">
                <a:solidFill>
                  <a:srgbClr val="333333"/>
                </a:solidFill>
                <a:effectLst/>
                <a:latin typeface="inter-regular"/>
              </a:rPr>
              <a:t>Emp_role</a:t>
            </a:r>
            <a:r>
              <a:rPr lang="en-US" b="0" i="0" dirty="0">
                <a:solidFill>
                  <a:srgbClr val="333333"/>
                </a:solidFill>
                <a:effectLst/>
                <a:latin typeface="inter-regular"/>
              </a:rPr>
              <a:t>, and </a:t>
            </a:r>
            <a:r>
              <a:rPr lang="en-US" b="0" i="0" dirty="0" err="1">
                <a:solidFill>
                  <a:srgbClr val="333333"/>
                </a:solidFill>
                <a:effectLst/>
                <a:latin typeface="inter-regular"/>
              </a:rPr>
              <a:t>Proj_ID</a:t>
            </a:r>
            <a:r>
              <a:rPr lang="en-US" b="0" i="0" dirty="0">
                <a:solidFill>
                  <a:srgbClr val="333333"/>
                </a:solidFill>
                <a:effectLst/>
                <a:latin typeface="inter-regular"/>
              </a:rPr>
              <a:t> in combination. So these attributes act as a composite key since the primary key comprises more than one attribute.</a:t>
            </a:r>
            <a:br>
              <a:rPr lang="en-US" dirty="0"/>
            </a:br>
            <a:endParaRPr lang="en-IN" dirty="0"/>
          </a:p>
        </p:txBody>
      </p:sp>
      <p:pic>
        <p:nvPicPr>
          <p:cNvPr id="6146" name="Picture 2" descr="DBMS Keys">
            <a:extLst>
              <a:ext uri="{FF2B5EF4-FFF2-40B4-BE49-F238E27FC236}">
                <a16:creationId xmlns:a16="http://schemas.microsoft.com/office/drawing/2014/main" id="{33B4BD82-56C6-EB4E-22AD-DC0CB5287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6503" y="4677844"/>
            <a:ext cx="5238750"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826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089BF9A-E1CC-0E00-7547-91470A0C3BF5}"/>
              </a:ext>
            </a:extLst>
          </p:cNvPr>
          <p:cNvPicPr>
            <a:picLocks noGrp="1" noChangeAspect="1"/>
          </p:cNvPicPr>
          <p:nvPr>
            <p:ph idx="1"/>
          </p:nvPr>
        </p:nvPicPr>
        <p:blipFill>
          <a:blip r:embed="rId2"/>
          <a:stretch>
            <a:fillRect/>
          </a:stretch>
        </p:blipFill>
        <p:spPr>
          <a:xfrm>
            <a:off x="2140877" y="1184250"/>
            <a:ext cx="7910245" cy="4237087"/>
          </a:xfrm>
        </p:spPr>
      </p:pic>
      <p:sp>
        <p:nvSpPr>
          <p:cNvPr id="6" name="TextBox 5">
            <a:extLst>
              <a:ext uri="{FF2B5EF4-FFF2-40B4-BE49-F238E27FC236}">
                <a16:creationId xmlns:a16="http://schemas.microsoft.com/office/drawing/2014/main" id="{34FDC5ED-9001-2018-ACF3-B00EC2DF2C7A}"/>
              </a:ext>
            </a:extLst>
          </p:cNvPr>
          <p:cNvSpPr txBox="1"/>
          <p:nvPr/>
        </p:nvSpPr>
        <p:spPr>
          <a:xfrm>
            <a:off x="774442" y="5840963"/>
            <a:ext cx="9636408" cy="923330"/>
          </a:xfrm>
          <a:prstGeom prst="rect">
            <a:avLst/>
          </a:prstGeom>
          <a:noFill/>
        </p:spPr>
        <p:txBody>
          <a:bodyPr wrap="square" rtlCol="0">
            <a:spAutoFit/>
          </a:bodyPr>
          <a:lstStyle/>
          <a:p>
            <a:r>
              <a:rPr lang="en-US" dirty="0"/>
              <a:t>Since </a:t>
            </a:r>
            <a:r>
              <a:rPr lang="en-US" dirty="0" err="1"/>
              <a:t>Employee_id</a:t>
            </a:r>
            <a:r>
              <a:rPr lang="en-US" dirty="0"/>
              <a:t> is primary key it is under lined in the ER Diagram</a:t>
            </a:r>
          </a:p>
          <a:p>
            <a:r>
              <a:rPr lang="en-US" dirty="0"/>
              <a:t>Since Address is the combination of simple attributes like </a:t>
            </a:r>
            <a:r>
              <a:rPr lang="en-US" dirty="0" err="1"/>
              <a:t>house_no</a:t>
            </a:r>
            <a:r>
              <a:rPr lang="en-US" dirty="0"/>
              <a:t>, street, location the address is the composite attribute and marked with double oval </a:t>
            </a:r>
            <a:endParaRPr lang="en-IN" dirty="0"/>
          </a:p>
        </p:txBody>
      </p:sp>
      <p:sp>
        <p:nvSpPr>
          <p:cNvPr id="7" name="TextBox 6">
            <a:extLst>
              <a:ext uri="{FF2B5EF4-FFF2-40B4-BE49-F238E27FC236}">
                <a16:creationId xmlns:a16="http://schemas.microsoft.com/office/drawing/2014/main" id="{74B34AD0-8D0B-EC81-CD9B-C51C067F6E1F}"/>
              </a:ext>
            </a:extLst>
          </p:cNvPr>
          <p:cNvSpPr txBox="1"/>
          <p:nvPr/>
        </p:nvSpPr>
        <p:spPr>
          <a:xfrm>
            <a:off x="550506" y="447869"/>
            <a:ext cx="9722498" cy="369332"/>
          </a:xfrm>
          <a:prstGeom prst="rect">
            <a:avLst/>
          </a:prstGeom>
          <a:noFill/>
        </p:spPr>
        <p:txBody>
          <a:bodyPr wrap="square" rtlCol="0">
            <a:spAutoFit/>
          </a:bodyPr>
          <a:lstStyle/>
          <a:p>
            <a:r>
              <a:rPr lang="en-US" dirty="0"/>
              <a:t>ER Diagram with Primary key and Composite key </a:t>
            </a:r>
            <a:endParaRPr lang="en-IN" dirty="0"/>
          </a:p>
        </p:txBody>
      </p:sp>
    </p:spTree>
    <p:extLst>
      <p:ext uri="{BB962C8B-B14F-4D97-AF65-F5344CB8AC3E}">
        <p14:creationId xmlns:p14="http://schemas.microsoft.com/office/powerpoint/2010/main" val="415386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D41D4A-E243-48DD-9EF3-6273639895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2229" y="354562"/>
            <a:ext cx="8640147" cy="6587413"/>
          </a:xfrm>
        </p:spPr>
      </p:pic>
      <p:sp>
        <p:nvSpPr>
          <p:cNvPr id="6" name="TextBox 5">
            <a:extLst>
              <a:ext uri="{FF2B5EF4-FFF2-40B4-BE49-F238E27FC236}">
                <a16:creationId xmlns:a16="http://schemas.microsoft.com/office/drawing/2014/main" id="{92D3060F-6C13-6CEA-349F-635747A2C1BE}"/>
              </a:ext>
            </a:extLst>
          </p:cNvPr>
          <p:cNvSpPr txBox="1"/>
          <p:nvPr/>
        </p:nvSpPr>
        <p:spPr>
          <a:xfrm>
            <a:off x="1035697" y="223935"/>
            <a:ext cx="10534261" cy="738664"/>
          </a:xfrm>
          <a:prstGeom prst="rect">
            <a:avLst/>
          </a:prstGeom>
          <a:noFill/>
        </p:spPr>
        <p:txBody>
          <a:bodyPr wrap="square" rtlCol="0">
            <a:spAutoFit/>
          </a:bodyPr>
          <a:lstStyle/>
          <a:p>
            <a:r>
              <a:rPr lang="en-US" sz="2400" b="1" i="0" dirty="0">
                <a:solidFill>
                  <a:srgbClr val="000000"/>
                </a:solidFill>
                <a:effectLst/>
              </a:rPr>
              <a:t>Relationships , Relationship types, Roles and Structural constraints</a:t>
            </a:r>
            <a:endParaRPr lang="en-US" sz="2400" dirty="0">
              <a:effectLst/>
            </a:endParaRPr>
          </a:p>
          <a:p>
            <a:endParaRPr lang="en-IN" dirty="0"/>
          </a:p>
        </p:txBody>
      </p:sp>
    </p:spTree>
    <p:extLst>
      <p:ext uri="{BB962C8B-B14F-4D97-AF65-F5344CB8AC3E}">
        <p14:creationId xmlns:p14="http://schemas.microsoft.com/office/powerpoint/2010/main" val="772769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B30BD5-AB2D-49DA-FB00-86625D825E46}"/>
              </a:ext>
            </a:extLst>
          </p:cNvPr>
          <p:cNvSpPr>
            <a:spLocks noGrp="1"/>
          </p:cNvSpPr>
          <p:nvPr>
            <p:ph idx="1"/>
          </p:nvPr>
        </p:nvSpPr>
        <p:spPr>
          <a:xfrm>
            <a:off x="233265" y="186612"/>
            <a:ext cx="11625943" cy="6251510"/>
          </a:xfrm>
        </p:spPr>
        <p:txBody>
          <a:bodyPr>
            <a:normAutofit fontScale="92500" lnSpcReduction="10000"/>
          </a:bodyPr>
          <a:lstStyle/>
          <a:p>
            <a:pPr marL="0" indent="0">
              <a:buNone/>
            </a:pPr>
            <a:r>
              <a:rPr lang="en-US" i="0" dirty="0">
                <a:solidFill>
                  <a:srgbClr val="000000"/>
                </a:solidFill>
                <a:effectLst/>
              </a:rPr>
              <a:t>Figure Preliminary design of entity types for the COMPANY database. Some of the shown attributes will be refined into relationships.</a:t>
            </a:r>
            <a:endParaRPr lang="en-US" dirty="0">
              <a:effectLst/>
            </a:endParaRPr>
          </a:p>
          <a:p>
            <a:r>
              <a:rPr lang="en-US" b="0" i="0" dirty="0">
                <a:solidFill>
                  <a:srgbClr val="000000"/>
                </a:solidFill>
                <a:effectLst/>
              </a:rPr>
              <a:t>In Figure there are several implicit relationships among the various entity types. </a:t>
            </a:r>
          </a:p>
          <a:p>
            <a:r>
              <a:rPr lang="en-US" b="0" i="0" dirty="0">
                <a:solidFill>
                  <a:srgbClr val="000000"/>
                </a:solidFill>
                <a:effectLst/>
              </a:rPr>
              <a:t>In fact, whenever an attribute of one entity type refers to another entity type, some relationship exists. </a:t>
            </a:r>
          </a:p>
          <a:p>
            <a:r>
              <a:rPr lang="en-US" b="0" i="0" dirty="0">
                <a:solidFill>
                  <a:srgbClr val="000000"/>
                </a:solidFill>
                <a:effectLst/>
              </a:rPr>
              <a:t>For example, the attribute Manager of DEPARTMENT refers to an employee who manages the department; the attribute </a:t>
            </a:r>
            <a:r>
              <a:rPr lang="en-US" b="0" i="0" dirty="0" err="1">
                <a:solidFill>
                  <a:srgbClr val="000000"/>
                </a:solidFill>
                <a:effectLst/>
              </a:rPr>
              <a:t>Controlling_department</a:t>
            </a:r>
            <a:r>
              <a:rPr lang="en-US" b="0" i="0" dirty="0">
                <a:solidFill>
                  <a:srgbClr val="000000"/>
                </a:solidFill>
                <a:effectLst/>
              </a:rPr>
              <a:t> of PROJECT refers to the department that controls the project; the attribute Supervisor of EMPLOYEE refers to another employee (the one who supervises this employee); the attribute Department of EMPLOYEE refers to the department for which the employee works; and so on. </a:t>
            </a:r>
          </a:p>
          <a:p>
            <a:r>
              <a:rPr lang="en-US" b="0" i="0" dirty="0">
                <a:solidFill>
                  <a:srgbClr val="000000"/>
                </a:solidFill>
                <a:effectLst/>
              </a:rPr>
              <a:t>In the ER model, these references should not be represented as attributes but as relationships .</a:t>
            </a:r>
          </a:p>
          <a:p>
            <a:r>
              <a:rPr lang="en-US" b="0" i="0" dirty="0">
                <a:solidFill>
                  <a:srgbClr val="000000"/>
                </a:solidFill>
                <a:effectLst/>
              </a:rPr>
              <a:t>In the initial design of entity types, relationships are typically captured in the form of attributes. As the design is refined, these attributes get converted into relationships between entity types.</a:t>
            </a:r>
            <a:endParaRPr lang="en-US" dirty="0">
              <a:effectLst/>
            </a:endParaRPr>
          </a:p>
          <a:p>
            <a:endParaRPr lang="en-IN" dirty="0"/>
          </a:p>
        </p:txBody>
      </p:sp>
    </p:spTree>
    <p:extLst>
      <p:ext uri="{BB962C8B-B14F-4D97-AF65-F5344CB8AC3E}">
        <p14:creationId xmlns:p14="http://schemas.microsoft.com/office/powerpoint/2010/main" val="4090132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B38AE03-B477-674B-D48B-6A3F1FB351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9361" y="839755"/>
            <a:ext cx="4477375" cy="3658111"/>
          </a:xfrm>
        </p:spPr>
      </p:pic>
      <p:sp>
        <p:nvSpPr>
          <p:cNvPr id="5" name="Title 4">
            <a:extLst>
              <a:ext uri="{FF2B5EF4-FFF2-40B4-BE49-F238E27FC236}">
                <a16:creationId xmlns:a16="http://schemas.microsoft.com/office/drawing/2014/main" id="{4ECBA98E-E07F-8E79-055A-7D3692AEEB21}"/>
              </a:ext>
            </a:extLst>
          </p:cNvPr>
          <p:cNvSpPr>
            <a:spLocks noGrp="1"/>
          </p:cNvSpPr>
          <p:nvPr>
            <p:ph type="title"/>
          </p:nvPr>
        </p:nvSpPr>
        <p:spPr>
          <a:xfrm>
            <a:off x="838200" y="102638"/>
            <a:ext cx="11170298" cy="737117"/>
          </a:xfrm>
        </p:spPr>
        <p:txBody>
          <a:bodyPr>
            <a:normAutofit fontScale="90000"/>
          </a:bodyPr>
          <a:lstStyle/>
          <a:p>
            <a:br>
              <a:rPr lang="en-US" b="1" i="0" dirty="0">
                <a:solidFill>
                  <a:srgbClr val="000000"/>
                </a:solidFill>
                <a:effectLst/>
              </a:rPr>
            </a:br>
            <a:r>
              <a:rPr lang="en-US" b="1" i="0" dirty="0">
                <a:solidFill>
                  <a:srgbClr val="000000"/>
                </a:solidFill>
                <a:effectLst/>
              </a:rPr>
              <a:t>Relationship Types, Sets, and Instances </a:t>
            </a:r>
            <a:br>
              <a:rPr lang="en-US" dirty="0">
                <a:effectLst/>
              </a:rPr>
            </a:br>
            <a:endParaRPr lang="en-IN" dirty="0"/>
          </a:p>
        </p:txBody>
      </p:sp>
      <p:sp>
        <p:nvSpPr>
          <p:cNvPr id="8" name="TextBox 7">
            <a:extLst>
              <a:ext uri="{FF2B5EF4-FFF2-40B4-BE49-F238E27FC236}">
                <a16:creationId xmlns:a16="http://schemas.microsoft.com/office/drawing/2014/main" id="{D449FBF9-806B-04EF-AF8F-027180E599EA}"/>
              </a:ext>
            </a:extLst>
          </p:cNvPr>
          <p:cNvSpPr txBox="1"/>
          <p:nvPr/>
        </p:nvSpPr>
        <p:spPr>
          <a:xfrm>
            <a:off x="590549" y="5355771"/>
            <a:ext cx="10914095" cy="923330"/>
          </a:xfrm>
          <a:prstGeom prst="rect">
            <a:avLst/>
          </a:prstGeom>
          <a:noFill/>
        </p:spPr>
        <p:txBody>
          <a:bodyPr wrap="square" rtlCol="0">
            <a:spAutoFit/>
          </a:bodyPr>
          <a:lstStyle/>
          <a:p>
            <a:r>
              <a:rPr lang="en-US" b="1" i="0" dirty="0">
                <a:solidFill>
                  <a:srgbClr val="000000"/>
                </a:solidFill>
                <a:effectLst/>
              </a:rPr>
              <a:t>Some instances in the WORKS_</a:t>
            </a:r>
            <a:r>
              <a:rPr lang="en-US" b="1" dirty="0">
                <a:solidFill>
                  <a:srgbClr val="000000"/>
                </a:solidFill>
              </a:rPr>
              <a:t>ON</a:t>
            </a:r>
            <a:r>
              <a:rPr lang="en-US" b="1" i="0" dirty="0">
                <a:solidFill>
                  <a:srgbClr val="000000"/>
                </a:solidFill>
                <a:effectLst/>
              </a:rPr>
              <a:t> relationship set, which represents a relationship type </a:t>
            </a:r>
            <a:r>
              <a:rPr lang="en-US" b="1" i="0" dirty="0" err="1">
                <a:solidFill>
                  <a:srgbClr val="000000"/>
                </a:solidFill>
                <a:effectLst/>
              </a:rPr>
              <a:t>WORKS_</a:t>
            </a:r>
            <a:r>
              <a:rPr lang="en-US" b="1" dirty="0" err="1">
                <a:solidFill>
                  <a:srgbClr val="000000"/>
                </a:solidFill>
              </a:rPr>
              <a:t>On</a:t>
            </a:r>
            <a:r>
              <a:rPr lang="en-US" b="1" i="0" dirty="0">
                <a:solidFill>
                  <a:srgbClr val="000000"/>
                </a:solidFill>
                <a:effectLst/>
              </a:rPr>
              <a:t> between EMPLOYEE and </a:t>
            </a:r>
            <a:r>
              <a:rPr lang="en-US" b="1" dirty="0">
                <a:solidFill>
                  <a:srgbClr val="000000"/>
                </a:solidFill>
              </a:rPr>
              <a:t>Project.</a:t>
            </a:r>
            <a:endParaRPr lang="en-US" dirty="0">
              <a:effectLst/>
            </a:endParaRPr>
          </a:p>
          <a:p>
            <a:endParaRPr lang="en-IN" dirty="0"/>
          </a:p>
        </p:txBody>
      </p:sp>
    </p:spTree>
    <p:extLst>
      <p:ext uri="{BB962C8B-B14F-4D97-AF65-F5344CB8AC3E}">
        <p14:creationId xmlns:p14="http://schemas.microsoft.com/office/powerpoint/2010/main" val="2421730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86606-EB19-FA2F-7086-544500F7FFA9}"/>
              </a:ext>
            </a:extLst>
          </p:cNvPr>
          <p:cNvSpPr>
            <a:spLocks noGrp="1"/>
          </p:cNvSpPr>
          <p:nvPr>
            <p:ph idx="1"/>
          </p:nvPr>
        </p:nvSpPr>
        <p:spPr>
          <a:xfrm>
            <a:off x="326571" y="279918"/>
            <a:ext cx="11027229" cy="5897045"/>
          </a:xfrm>
        </p:spPr>
        <p:txBody>
          <a:bodyPr>
            <a:normAutofit fontScale="92500" lnSpcReduction="20000"/>
          </a:bodyPr>
          <a:lstStyle/>
          <a:p>
            <a:r>
              <a:rPr lang="en-US" b="0" i="0" dirty="0">
                <a:solidFill>
                  <a:srgbClr val="000000"/>
                </a:solidFill>
                <a:effectLst/>
              </a:rPr>
              <a:t>A relationship type R among n entity types E1, E2, . . . , En defines a set of associations—or a </a:t>
            </a:r>
            <a:r>
              <a:rPr lang="en-US" b="1" i="0" dirty="0">
                <a:solidFill>
                  <a:srgbClr val="000000"/>
                </a:solidFill>
                <a:effectLst/>
              </a:rPr>
              <a:t>relationship set</a:t>
            </a:r>
            <a:r>
              <a:rPr lang="en-US" b="0" i="0" dirty="0">
                <a:solidFill>
                  <a:srgbClr val="000000"/>
                </a:solidFill>
                <a:effectLst/>
              </a:rPr>
              <a:t>—among entities from these entity types. </a:t>
            </a:r>
          </a:p>
          <a:p>
            <a:r>
              <a:rPr lang="en-US" b="0" i="0" dirty="0">
                <a:solidFill>
                  <a:srgbClr val="000000"/>
                </a:solidFill>
                <a:effectLst/>
              </a:rPr>
              <a:t>Similar to the case of entity types and entity sets, a relationship type and its corresponding relationship set are customarily referred to by the same name, R. </a:t>
            </a:r>
          </a:p>
          <a:p>
            <a:r>
              <a:rPr lang="en-US" b="0" i="0" dirty="0">
                <a:solidFill>
                  <a:srgbClr val="000000"/>
                </a:solidFill>
                <a:effectLst/>
              </a:rPr>
              <a:t>Mathematically, the relationship set R is a set of </a:t>
            </a:r>
            <a:r>
              <a:rPr lang="en-US" b="1" i="0" dirty="0">
                <a:solidFill>
                  <a:srgbClr val="000000"/>
                </a:solidFill>
                <a:effectLst/>
              </a:rPr>
              <a:t>relationship instances </a:t>
            </a:r>
            <a:r>
              <a:rPr lang="en-US" b="0" i="0" dirty="0" err="1">
                <a:solidFill>
                  <a:srgbClr val="000000"/>
                </a:solidFill>
                <a:effectLst/>
              </a:rPr>
              <a:t>ri</a:t>
            </a:r>
            <a:r>
              <a:rPr lang="en-US" b="0" i="0" dirty="0">
                <a:solidFill>
                  <a:srgbClr val="000000"/>
                </a:solidFill>
                <a:effectLst/>
              </a:rPr>
              <a:t>, where each </a:t>
            </a:r>
            <a:r>
              <a:rPr lang="en-US" b="0" i="0" dirty="0" err="1">
                <a:solidFill>
                  <a:srgbClr val="000000"/>
                </a:solidFill>
                <a:effectLst/>
              </a:rPr>
              <a:t>ri</a:t>
            </a:r>
            <a:r>
              <a:rPr lang="en-US" b="0" i="0" dirty="0">
                <a:solidFill>
                  <a:srgbClr val="000000"/>
                </a:solidFill>
                <a:effectLst/>
              </a:rPr>
              <a:t> associates n individual entities (e1, e2, . . . , </a:t>
            </a:r>
            <a:r>
              <a:rPr lang="en-US" b="0" i="0" dirty="0" err="1">
                <a:solidFill>
                  <a:srgbClr val="000000"/>
                </a:solidFill>
                <a:effectLst/>
              </a:rPr>
              <a:t>en</a:t>
            </a:r>
            <a:r>
              <a:rPr lang="en-US" b="0" i="0" dirty="0">
                <a:solidFill>
                  <a:srgbClr val="000000"/>
                </a:solidFill>
                <a:effectLst/>
              </a:rPr>
              <a:t>), and each entity </a:t>
            </a:r>
            <a:r>
              <a:rPr lang="en-US" b="0" i="0" dirty="0" err="1">
                <a:solidFill>
                  <a:srgbClr val="000000"/>
                </a:solidFill>
                <a:effectLst/>
              </a:rPr>
              <a:t>ej</a:t>
            </a:r>
            <a:r>
              <a:rPr lang="en-US" b="0" i="0" dirty="0">
                <a:solidFill>
                  <a:srgbClr val="000000"/>
                </a:solidFill>
                <a:effectLst/>
              </a:rPr>
              <a:t> in </a:t>
            </a:r>
            <a:r>
              <a:rPr lang="en-US" b="0" i="0" dirty="0" err="1">
                <a:solidFill>
                  <a:srgbClr val="000000"/>
                </a:solidFill>
                <a:effectLst/>
              </a:rPr>
              <a:t>ri</a:t>
            </a:r>
            <a:r>
              <a:rPr lang="en-US" b="0" i="0" dirty="0">
                <a:solidFill>
                  <a:srgbClr val="000000"/>
                </a:solidFill>
                <a:effectLst/>
              </a:rPr>
              <a:t> is a member of entity set </a:t>
            </a:r>
            <a:r>
              <a:rPr lang="en-US" b="0" i="0" dirty="0" err="1">
                <a:solidFill>
                  <a:srgbClr val="000000"/>
                </a:solidFill>
                <a:effectLst/>
              </a:rPr>
              <a:t>Ej</a:t>
            </a:r>
            <a:r>
              <a:rPr lang="en-US" b="0" i="0" dirty="0">
                <a:solidFill>
                  <a:srgbClr val="000000"/>
                </a:solidFill>
                <a:effectLst/>
              </a:rPr>
              <a:t> , 1 ≤ j ≤ n. Hence, a relationship set is a mathematical relation on E1, E2, . . . , En; alternatively, it can be defined as a subset of the </a:t>
            </a:r>
          </a:p>
          <a:p>
            <a:r>
              <a:rPr lang="en-US" b="0" i="0" dirty="0">
                <a:solidFill>
                  <a:srgbClr val="000000"/>
                </a:solidFill>
                <a:effectLst/>
              </a:rPr>
              <a:t>Cartesian product of the entity sets E1 × E2 × . . . × En. Each of the entity types E1, E2, . . . , En is said to participate in the relationship type R; similarly, each of the individual entities e1, e2, . . . , </a:t>
            </a:r>
            <a:r>
              <a:rPr lang="en-US" b="0" i="0" dirty="0" err="1">
                <a:solidFill>
                  <a:srgbClr val="000000"/>
                </a:solidFill>
                <a:effectLst/>
              </a:rPr>
              <a:t>en</a:t>
            </a:r>
            <a:r>
              <a:rPr lang="en-US" b="0" i="0" dirty="0">
                <a:solidFill>
                  <a:srgbClr val="000000"/>
                </a:solidFill>
                <a:effectLst/>
              </a:rPr>
              <a:t> is said to participate in the relationship instance </a:t>
            </a:r>
            <a:r>
              <a:rPr lang="en-US" b="0" i="0" dirty="0" err="1">
                <a:solidFill>
                  <a:srgbClr val="000000"/>
                </a:solidFill>
                <a:effectLst/>
              </a:rPr>
              <a:t>ri</a:t>
            </a:r>
            <a:r>
              <a:rPr lang="en-US" b="0" i="0" dirty="0">
                <a:solidFill>
                  <a:srgbClr val="000000"/>
                </a:solidFill>
                <a:effectLst/>
              </a:rPr>
              <a:t> = (e1, e2, . . . , </a:t>
            </a:r>
            <a:r>
              <a:rPr lang="en-US" b="0" i="0" dirty="0" err="1">
                <a:solidFill>
                  <a:srgbClr val="000000"/>
                </a:solidFill>
                <a:effectLst/>
              </a:rPr>
              <a:t>en</a:t>
            </a:r>
            <a:r>
              <a:rPr lang="en-US" b="0" i="0" dirty="0">
                <a:solidFill>
                  <a:srgbClr val="000000"/>
                </a:solidFill>
                <a:effectLst/>
              </a:rPr>
              <a:t>). </a:t>
            </a:r>
          </a:p>
          <a:p>
            <a:r>
              <a:rPr lang="en-US" b="0" i="0" dirty="0">
                <a:solidFill>
                  <a:srgbClr val="000000"/>
                </a:solidFill>
                <a:effectLst/>
              </a:rPr>
              <a:t>Informally, each relationship instance </a:t>
            </a:r>
            <a:r>
              <a:rPr lang="en-US" b="0" i="0" dirty="0" err="1">
                <a:solidFill>
                  <a:srgbClr val="000000"/>
                </a:solidFill>
                <a:effectLst/>
              </a:rPr>
              <a:t>ri</a:t>
            </a:r>
            <a:r>
              <a:rPr lang="en-US" b="0" i="0" dirty="0">
                <a:solidFill>
                  <a:srgbClr val="000000"/>
                </a:solidFill>
                <a:effectLst/>
              </a:rPr>
              <a:t> in R is an association of entities, where the association includes exactly one entity from each participating entity type. Each such relationship instance </a:t>
            </a:r>
            <a:r>
              <a:rPr lang="en-US" b="0" i="0" dirty="0" err="1">
                <a:solidFill>
                  <a:srgbClr val="000000"/>
                </a:solidFill>
                <a:effectLst/>
              </a:rPr>
              <a:t>ri</a:t>
            </a:r>
            <a:r>
              <a:rPr lang="en-US" b="0" i="0" dirty="0">
                <a:solidFill>
                  <a:srgbClr val="000000"/>
                </a:solidFill>
                <a:effectLst/>
              </a:rPr>
              <a:t> represents the fact that the entities participating in </a:t>
            </a:r>
            <a:r>
              <a:rPr lang="en-US" b="0" i="0" dirty="0" err="1">
                <a:solidFill>
                  <a:srgbClr val="000000"/>
                </a:solidFill>
                <a:effectLst/>
              </a:rPr>
              <a:t>ri</a:t>
            </a:r>
            <a:r>
              <a:rPr lang="en-US" b="0" i="0" dirty="0">
                <a:solidFill>
                  <a:srgbClr val="000000"/>
                </a:solidFill>
                <a:effectLst/>
              </a:rPr>
              <a:t> are related in some way in the corresponding </a:t>
            </a:r>
            <a:r>
              <a:rPr lang="en-US" dirty="0">
                <a:solidFill>
                  <a:srgbClr val="000000"/>
                </a:solidFill>
              </a:rPr>
              <a:t>real </a:t>
            </a:r>
            <a:r>
              <a:rPr lang="en-US" b="0" i="0" dirty="0">
                <a:solidFill>
                  <a:srgbClr val="000000"/>
                </a:solidFill>
                <a:effectLst/>
              </a:rPr>
              <a:t>world situation. </a:t>
            </a:r>
          </a:p>
          <a:p>
            <a:endParaRPr lang="en-IN" dirty="0"/>
          </a:p>
        </p:txBody>
      </p:sp>
    </p:spTree>
    <p:extLst>
      <p:ext uri="{BB962C8B-B14F-4D97-AF65-F5344CB8AC3E}">
        <p14:creationId xmlns:p14="http://schemas.microsoft.com/office/powerpoint/2010/main" val="3792594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FE7129-31FD-0E9D-2B3B-D12E45D00C6C}"/>
              </a:ext>
            </a:extLst>
          </p:cNvPr>
          <p:cNvSpPr>
            <a:spLocks noGrp="1"/>
          </p:cNvSpPr>
          <p:nvPr>
            <p:ph idx="1"/>
          </p:nvPr>
        </p:nvSpPr>
        <p:spPr>
          <a:xfrm>
            <a:off x="838200" y="186612"/>
            <a:ext cx="10515600" cy="5990351"/>
          </a:xfrm>
        </p:spPr>
        <p:txBody>
          <a:bodyPr/>
          <a:lstStyle/>
          <a:p>
            <a:r>
              <a:rPr lang="en-US" b="0" i="0" dirty="0">
                <a:solidFill>
                  <a:srgbClr val="000000"/>
                </a:solidFill>
                <a:effectLst/>
              </a:rPr>
              <a:t>For example, consider a relationship type WORKS_FOR between the two entity types .EMPLOYEE and DEPARTMENT, which associates each employee with the department for which the employee works. Each relationship instance in the relationship set WORKS_FOR associates one EMPLOYEE entity and one DEPARTMENT entity. Figure illustrates this example, where each relationship instance </a:t>
            </a:r>
            <a:r>
              <a:rPr lang="en-US" b="0" i="0" dirty="0" err="1">
                <a:solidFill>
                  <a:srgbClr val="000000"/>
                </a:solidFill>
                <a:effectLst/>
              </a:rPr>
              <a:t>ri</a:t>
            </a:r>
            <a:r>
              <a:rPr lang="en-US" b="0" i="0" dirty="0">
                <a:solidFill>
                  <a:srgbClr val="000000"/>
                </a:solidFill>
                <a:effectLst/>
              </a:rPr>
              <a:t> is shown connected to the EMPLOYEE and DEPARTMENT entities that participate in </a:t>
            </a:r>
            <a:r>
              <a:rPr lang="en-US" b="0" i="0" dirty="0" err="1">
                <a:solidFill>
                  <a:srgbClr val="000000"/>
                </a:solidFill>
                <a:effectLst/>
              </a:rPr>
              <a:t>ri</a:t>
            </a:r>
            <a:r>
              <a:rPr lang="en-US" b="0" i="0" dirty="0">
                <a:solidFill>
                  <a:srgbClr val="000000"/>
                </a:solidFill>
                <a:effectLst/>
              </a:rPr>
              <a:t>. The employees e1, e3, and e6 work for department d1; the employees e2 and e4 work for department d2; and the employees e5 and e7 work for department d3</a:t>
            </a:r>
            <a:endParaRPr lang="en-US" dirty="0">
              <a:effectLst/>
            </a:endParaRPr>
          </a:p>
          <a:p>
            <a:endParaRPr lang="en-IN" dirty="0"/>
          </a:p>
        </p:txBody>
      </p:sp>
    </p:spTree>
    <p:extLst>
      <p:ext uri="{BB962C8B-B14F-4D97-AF65-F5344CB8AC3E}">
        <p14:creationId xmlns:p14="http://schemas.microsoft.com/office/powerpoint/2010/main" val="4072838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349E-D562-B777-7AEE-F2DD711F0068}"/>
              </a:ext>
            </a:extLst>
          </p:cNvPr>
          <p:cNvSpPr>
            <a:spLocks noGrp="1"/>
          </p:cNvSpPr>
          <p:nvPr>
            <p:ph type="title"/>
          </p:nvPr>
        </p:nvSpPr>
        <p:spPr/>
        <p:txBody>
          <a:bodyPr>
            <a:normAutofit fontScale="90000"/>
          </a:bodyPr>
          <a:lstStyle/>
          <a:p>
            <a:br>
              <a:rPr lang="en-US" b="1" i="0" dirty="0">
                <a:solidFill>
                  <a:srgbClr val="000000"/>
                </a:solidFill>
                <a:effectLst/>
              </a:rPr>
            </a:br>
            <a:r>
              <a:rPr lang="en-US" b="1" i="0" dirty="0">
                <a:solidFill>
                  <a:srgbClr val="000000"/>
                </a:solidFill>
                <a:effectLst/>
              </a:rPr>
              <a:t>Relationship Degree, Role Names, and Recursive Relationships</a:t>
            </a:r>
            <a:br>
              <a:rPr lang="en-US" b="0" i="0" dirty="0">
                <a:solidFill>
                  <a:srgbClr val="000000"/>
                </a:solidFill>
                <a:effectLst/>
              </a:rPr>
            </a:br>
            <a:endParaRPr lang="en-IN" dirty="0"/>
          </a:p>
        </p:txBody>
      </p:sp>
      <p:pic>
        <p:nvPicPr>
          <p:cNvPr id="5" name="Content Placeholder 4">
            <a:extLst>
              <a:ext uri="{FF2B5EF4-FFF2-40B4-BE49-F238E27FC236}">
                <a16:creationId xmlns:a16="http://schemas.microsoft.com/office/drawing/2014/main" id="{168C5501-29E5-1BE5-6C97-A97B947037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5167" y="1940767"/>
            <a:ext cx="6587413" cy="3846714"/>
          </a:xfrm>
        </p:spPr>
      </p:pic>
    </p:spTree>
    <p:extLst>
      <p:ext uri="{BB962C8B-B14F-4D97-AF65-F5344CB8AC3E}">
        <p14:creationId xmlns:p14="http://schemas.microsoft.com/office/powerpoint/2010/main" val="2719742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D0C79-49A9-97FD-9D1E-06C2B2852404}"/>
              </a:ext>
            </a:extLst>
          </p:cNvPr>
          <p:cNvSpPr>
            <a:spLocks noGrp="1"/>
          </p:cNvSpPr>
          <p:nvPr>
            <p:ph idx="1"/>
          </p:nvPr>
        </p:nvSpPr>
        <p:spPr>
          <a:xfrm>
            <a:off x="363894" y="279918"/>
            <a:ext cx="10989906" cy="5897045"/>
          </a:xfrm>
        </p:spPr>
        <p:txBody>
          <a:bodyPr>
            <a:normAutofit/>
          </a:bodyPr>
          <a:lstStyle/>
          <a:p>
            <a:r>
              <a:rPr lang="en-US" b="1" i="0" dirty="0">
                <a:solidFill>
                  <a:srgbClr val="000000"/>
                </a:solidFill>
                <a:effectLst/>
              </a:rPr>
              <a:t>Degree of a Relationship Type</a:t>
            </a:r>
            <a:r>
              <a:rPr lang="en-US" b="0" i="0" dirty="0">
                <a:solidFill>
                  <a:srgbClr val="000000"/>
                </a:solidFill>
                <a:effectLst/>
              </a:rPr>
              <a:t>. The degree of a relationship type is the number of participating entity . </a:t>
            </a:r>
            <a:r>
              <a:rPr lang="en-US" dirty="0">
                <a:effectLst/>
              </a:rPr>
              <a:t>There are 4 types of degrees of relationship based on the involved entities-</a:t>
            </a:r>
          </a:p>
          <a:p>
            <a:pPr>
              <a:buFont typeface="Arial" panose="020B0604020202020204" pitchFamily="34" charset="0"/>
              <a:buChar char="•"/>
            </a:pPr>
            <a:r>
              <a:rPr lang="en-US" dirty="0">
                <a:effectLst/>
              </a:rPr>
              <a:t>Unary relationship</a:t>
            </a:r>
          </a:p>
          <a:p>
            <a:pPr>
              <a:buFont typeface="Arial" panose="020B0604020202020204" pitchFamily="34" charset="0"/>
              <a:buChar char="•"/>
            </a:pPr>
            <a:r>
              <a:rPr lang="en-US" dirty="0">
                <a:effectLst/>
              </a:rPr>
              <a:t>Binary relationship</a:t>
            </a:r>
          </a:p>
          <a:p>
            <a:pPr>
              <a:buFont typeface="Arial" panose="020B0604020202020204" pitchFamily="34" charset="0"/>
              <a:buChar char="•"/>
            </a:pPr>
            <a:r>
              <a:rPr lang="en-US" dirty="0">
                <a:effectLst/>
              </a:rPr>
              <a:t>Ternary relationship</a:t>
            </a:r>
          </a:p>
          <a:p>
            <a:pPr>
              <a:buFont typeface="Arial" panose="020B0604020202020204" pitchFamily="34" charset="0"/>
              <a:buChar char="•"/>
            </a:pPr>
            <a:r>
              <a:rPr lang="en-US" dirty="0">
                <a:effectLst/>
              </a:rPr>
              <a:t>N-</a:t>
            </a:r>
            <a:r>
              <a:rPr lang="en-US" dirty="0" err="1">
                <a:effectLst/>
              </a:rPr>
              <a:t>ary</a:t>
            </a:r>
            <a:r>
              <a:rPr lang="en-US" dirty="0">
                <a:effectLst/>
              </a:rPr>
              <a:t> relationship</a:t>
            </a:r>
          </a:p>
          <a:p>
            <a:pPr marL="0" indent="0">
              <a:buNone/>
            </a:pPr>
            <a:r>
              <a:rPr lang="en-US" b="1" dirty="0">
                <a:effectLst/>
              </a:rPr>
              <a:t>Unary Relationship</a:t>
            </a:r>
          </a:p>
          <a:p>
            <a:r>
              <a:rPr lang="en-US" dirty="0">
                <a:effectLst/>
              </a:rPr>
              <a:t>As the name suggests, in a unary relationship, only one entity is involved. There is only a single entity set, i.e., the association is between a single entity. Here, the degree of relationship is 1. The unary relationship is also known as a recursive relationship.</a:t>
            </a:r>
          </a:p>
          <a:p>
            <a:pPr marL="0" indent="0">
              <a:buNone/>
            </a:pPr>
            <a:endParaRPr lang="en-IN" dirty="0"/>
          </a:p>
        </p:txBody>
      </p:sp>
    </p:spTree>
    <p:extLst>
      <p:ext uri="{BB962C8B-B14F-4D97-AF65-F5344CB8AC3E}">
        <p14:creationId xmlns:p14="http://schemas.microsoft.com/office/powerpoint/2010/main" val="639188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427194-167B-9CDC-FC7D-EE2DA4EFD31C}"/>
              </a:ext>
            </a:extLst>
          </p:cNvPr>
          <p:cNvSpPr>
            <a:spLocks noGrp="1"/>
          </p:cNvSpPr>
          <p:nvPr>
            <p:ph idx="1"/>
          </p:nvPr>
        </p:nvSpPr>
        <p:spPr>
          <a:xfrm>
            <a:off x="838200" y="662473"/>
            <a:ext cx="10515600" cy="5514490"/>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Example: Employee is managed by another Employee . So the degree of relationship is unary relationship</a:t>
            </a:r>
          </a:p>
        </p:txBody>
      </p:sp>
      <p:sp>
        <p:nvSpPr>
          <p:cNvPr id="6" name="Rectangle 5">
            <a:extLst>
              <a:ext uri="{FF2B5EF4-FFF2-40B4-BE49-F238E27FC236}">
                <a16:creationId xmlns:a16="http://schemas.microsoft.com/office/drawing/2014/main" id="{CA1BDA5B-B061-91E5-F1BF-553AA642F0C9}"/>
              </a:ext>
            </a:extLst>
          </p:cNvPr>
          <p:cNvSpPr/>
          <p:nvPr/>
        </p:nvSpPr>
        <p:spPr>
          <a:xfrm>
            <a:off x="2444620" y="1922106"/>
            <a:ext cx="2481943" cy="7744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Employee</a:t>
            </a:r>
            <a:endParaRPr lang="en-IN" dirty="0">
              <a:solidFill>
                <a:schemeClr val="tx1"/>
              </a:solidFill>
            </a:endParaRPr>
          </a:p>
        </p:txBody>
      </p:sp>
      <p:sp>
        <p:nvSpPr>
          <p:cNvPr id="8" name="Diamond 7">
            <a:extLst>
              <a:ext uri="{FF2B5EF4-FFF2-40B4-BE49-F238E27FC236}">
                <a16:creationId xmlns:a16="http://schemas.microsoft.com/office/drawing/2014/main" id="{FB0F49FF-243B-B29F-91D5-598CBD4B3FED}"/>
              </a:ext>
            </a:extLst>
          </p:cNvPr>
          <p:cNvSpPr/>
          <p:nvPr/>
        </p:nvSpPr>
        <p:spPr>
          <a:xfrm>
            <a:off x="5831633" y="1852126"/>
            <a:ext cx="2192694"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Managed by</a:t>
            </a:r>
            <a:endParaRPr lang="en-IN" dirty="0"/>
          </a:p>
        </p:txBody>
      </p:sp>
      <p:cxnSp>
        <p:nvCxnSpPr>
          <p:cNvPr id="10" name="Straight Connector 9">
            <a:extLst>
              <a:ext uri="{FF2B5EF4-FFF2-40B4-BE49-F238E27FC236}">
                <a16:creationId xmlns:a16="http://schemas.microsoft.com/office/drawing/2014/main" id="{D90CBE09-E081-17D0-2428-1D3B1A51F6DB}"/>
              </a:ext>
            </a:extLst>
          </p:cNvPr>
          <p:cNvCxnSpPr/>
          <p:nvPr/>
        </p:nvCxnSpPr>
        <p:spPr>
          <a:xfrm flipV="1">
            <a:off x="3629608" y="1007706"/>
            <a:ext cx="0" cy="91440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650B37E-AE8D-F86D-42FB-B3539A96012D}"/>
              </a:ext>
            </a:extLst>
          </p:cNvPr>
          <p:cNvCxnSpPr>
            <a:cxnSpLocks/>
          </p:cNvCxnSpPr>
          <p:nvPr/>
        </p:nvCxnSpPr>
        <p:spPr>
          <a:xfrm>
            <a:off x="3573624" y="1017036"/>
            <a:ext cx="3354355"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AD41F33-3ED7-5547-E96F-8FCA1AC7965B}"/>
              </a:ext>
            </a:extLst>
          </p:cNvPr>
          <p:cNvCxnSpPr>
            <a:cxnSpLocks/>
            <a:endCxn id="8" idx="0"/>
          </p:cNvCxnSpPr>
          <p:nvPr/>
        </p:nvCxnSpPr>
        <p:spPr>
          <a:xfrm>
            <a:off x="6927979" y="1007706"/>
            <a:ext cx="1" cy="84442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01AD027-C364-DD26-C0D6-03790E7A19C7}"/>
              </a:ext>
            </a:extLst>
          </p:cNvPr>
          <p:cNvCxnSpPr>
            <a:stCxn id="6" idx="2"/>
          </p:cNvCxnSpPr>
          <p:nvPr/>
        </p:nvCxnSpPr>
        <p:spPr>
          <a:xfrm>
            <a:off x="3685592" y="2696547"/>
            <a:ext cx="18661" cy="107302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055DC156-DE72-886C-CA7F-173EFCC3AF7D}"/>
              </a:ext>
            </a:extLst>
          </p:cNvPr>
          <p:cNvCxnSpPr>
            <a:cxnSpLocks/>
          </p:cNvCxnSpPr>
          <p:nvPr/>
        </p:nvCxnSpPr>
        <p:spPr>
          <a:xfrm>
            <a:off x="3704253" y="3778898"/>
            <a:ext cx="3223726" cy="0"/>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BCE51816-E667-6692-BC5B-9F43FEC3D0AD}"/>
              </a:ext>
            </a:extLst>
          </p:cNvPr>
          <p:cNvCxnSpPr>
            <a:cxnSpLocks/>
            <a:endCxn id="8" idx="2"/>
          </p:cNvCxnSpPr>
          <p:nvPr/>
        </p:nvCxnSpPr>
        <p:spPr>
          <a:xfrm flipV="1">
            <a:off x="6927980" y="2766526"/>
            <a:ext cx="0" cy="100304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20692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60FAE-D878-D232-8C87-3927CB350E2B}"/>
              </a:ext>
            </a:extLst>
          </p:cNvPr>
          <p:cNvSpPr>
            <a:spLocks noGrp="1"/>
          </p:cNvSpPr>
          <p:nvPr>
            <p:ph idx="1"/>
          </p:nvPr>
        </p:nvSpPr>
        <p:spPr>
          <a:xfrm>
            <a:off x="399661" y="314066"/>
            <a:ext cx="10515600" cy="5993428"/>
          </a:xfrm>
        </p:spPr>
        <p:txBody>
          <a:bodyPr/>
          <a:lstStyle/>
          <a:p>
            <a:pPr marL="0" indent="0" algn="l">
              <a:buNone/>
            </a:pPr>
            <a:r>
              <a:rPr lang="en-US" sz="3200" b="1" i="0" dirty="0">
                <a:effectLst/>
                <a:latin typeface="__Source_Sans_Pro_fa6df0"/>
              </a:rPr>
              <a:t>Binary Relationship</a:t>
            </a:r>
          </a:p>
          <a:p>
            <a:pPr algn="l"/>
            <a:r>
              <a:rPr lang="en-US" sz="3200" dirty="0">
                <a:latin typeface="__Source_Sans_Pro_fa6df0"/>
              </a:rPr>
              <a:t>I</a:t>
            </a:r>
            <a:r>
              <a:rPr lang="en-US" sz="3200" b="0" i="0" dirty="0">
                <a:effectLst/>
                <a:latin typeface="__Source_Sans_Pro_fa6df0"/>
              </a:rPr>
              <a:t>n a binary relationship, there are two entities involved. There are two entities that are participating in the relationship. The degree of relationship is 2. This is the most common type of relationship.</a:t>
            </a:r>
          </a:p>
          <a:p>
            <a:pPr algn="l"/>
            <a:r>
              <a:rPr lang="en-US" sz="3200" b="1" i="0" dirty="0">
                <a:effectLst/>
                <a:latin typeface="__Source_Sans_Pro_fa6df0"/>
              </a:rPr>
              <a:t>Example-</a:t>
            </a:r>
            <a:r>
              <a:rPr lang="en-US" sz="3200" b="0" i="0" dirty="0">
                <a:effectLst/>
                <a:latin typeface="__Source_Sans_Pro_fa6df0"/>
              </a:rPr>
              <a:t> Each Indian citizen has their own Aadhar Card so we can say that citizen and Aadhar Card are two entities involved.</a:t>
            </a:r>
          </a:p>
          <a:p>
            <a:endParaRPr lang="en-IN" dirty="0"/>
          </a:p>
        </p:txBody>
      </p:sp>
      <p:sp>
        <p:nvSpPr>
          <p:cNvPr id="4" name="Rectangle 3">
            <a:extLst>
              <a:ext uri="{FF2B5EF4-FFF2-40B4-BE49-F238E27FC236}">
                <a16:creationId xmlns:a16="http://schemas.microsoft.com/office/drawing/2014/main" id="{E46E3DAD-5004-E2C4-98E0-F11ADD3FEFD6}"/>
              </a:ext>
            </a:extLst>
          </p:cNvPr>
          <p:cNvSpPr/>
          <p:nvPr/>
        </p:nvSpPr>
        <p:spPr>
          <a:xfrm>
            <a:off x="1091682" y="4693298"/>
            <a:ext cx="2397967" cy="6624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Citizen</a:t>
            </a:r>
            <a:endParaRPr lang="en-IN" dirty="0"/>
          </a:p>
        </p:txBody>
      </p:sp>
      <p:sp>
        <p:nvSpPr>
          <p:cNvPr id="5" name="Rectangle 4">
            <a:extLst>
              <a:ext uri="{FF2B5EF4-FFF2-40B4-BE49-F238E27FC236}">
                <a16:creationId xmlns:a16="http://schemas.microsoft.com/office/drawing/2014/main" id="{BA37639E-2070-CD27-C3AD-D4061C61E944}"/>
              </a:ext>
            </a:extLst>
          </p:cNvPr>
          <p:cNvSpPr/>
          <p:nvPr/>
        </p:nvSpPr>
        <p:spPr>
          <a:xfrm>
            <a:off x="6410131" y="4693298"/>
            <a:ext cx="3069771" cy="765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Aadhar card</a:t>
            </a:r>
            <a:endParaRPr lang="en-IN" dirty="0"/>
          </a:p>
        </p:txBody>
      </p:sp>
      <p:cxnSp>
        <p:nvCxnSpPr>
          <p:cNvPr id="7" name="Straight Connector 6">
            <a:extLst>
              <a:ext uri="{FF2B5EF4-FFF2-40B4-BE49-F238E27FC236}">
                <a16:creationId xmlns:a16="http://schemas.microsoft.com/office/drawing/2014/main" id="{E5991162-A1E8-8F4A-20DD-6C44015715E7}"/>
              </a:ext>
            </a:extLst>
          </p:cNvPr>
          <p:cNvCxnSpPr>
            <a:cxnSpLocks/>
            <a:stCxn id="4" idx="3"/>
            <a:endCxn id="5" idx="1"/>
          </p:cNvCxnSpPr>
          <p:nvPr/>
        </p:nvCxnSpPr>
        <p:spPr>
          <a:xfrm>
            <a:off x="3489649" y="5024535"/>
            <a:ext cx="2920482" cy="5131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27953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F18A91-A15F-116B-0F5C-6999FFDC6744}"/>
              </a:ext>
            </a:extLst>
          </p:cNvPr>
          <p:cNvSpPr>
            <a:spLocks noGrp="1"/>
          </p:cNvSpPr>
          <p:nvPr>
            <p:ph idx="1"/>
          </p:nvPr>
        </p:nvSpPr>
        <p:spPr>
          <a:xfrm>
            <a:off x="838200" y="457200"/>
            <a:ext cx="10515600" cy="5719763"/>
          </a:xfrm>
        </p:spPr>
        <p:txBody>
          <a:bodyPr/>
          <a:lstStyle/>
          <a:p>
            <a:pPr marL="0" indent="0" algn="l">
              <a:buNone/>
            </a:pPr>
            <a:r>
              <a:rPr lang="en-US" b="1" i="0" dirty="0">
                <a:effectLst/>
                <a:latin typeface="__Source_Sans_Pro_fa6df0"/>
              </a:rPr>
              <a:t>Ternary Relationship</a:t>
            </a:r>
          </a:p>
          <a:p>
            <a:pPr algn="l"/>
            <a:r>
              <a:rPr lang="en-US" b="0" i="0" dirty="0">
                <a:effectLst/>
                <a:latin typeface="__Source_Sans_Pro_fa6df0"/>
              </a:rPr>
              <a:t>In a ternary relationship, there are three entities involved. There are three entities that are participating in the relationship created. The degree of the relationship is 3. As in this relationship, the number of entities increases, it is a bit difficult to convert it to a relational table.</a:t>
            </a:r>
          </a:p>
          <a:p>
            <a:endParaRPr lang="en-IN" dirty="0"/>
          </a:p>
        </p:txBody>
      </p:sp>
      <p:sp>
        <p:nvSpPr>
          <p:cNvPr id="4" name="Rectangle 3">
            <a:extLst>
              <a:ext uri="{FF2B5EF4-FFF2-40B4-BE49-F238E27FC236}">
                <a16:creationId xmlns:a16="http://schemas.microsoft.com/office/drawing/2014/main" id="{96ABEFE9-ADC3-DBEC-A453-8ACF48078169}"/>
              </a:ext>
            </a:extLst>
          </p:cNvPr>
          <p:cNvSpPr/>
          <p:nvPr/>
        </p:nvSpPr>
        <p:spPr>
          <a:xfrm>
            <a:off x="1548882" y="2939143"/>
            <a:ext cx="2286000" cy="6064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Student</a:t>
            </a:r>
            <a:endParaRPr lang="en-IN" dirty="0"/>
          </a:p>
        </p:txBody>
      </p:sp>
      <p:sp>
        <p:nvSpPr>
          <p:cNvPr id="5" name="Rectangle 4">
            <a:extLst>
              <a:ext uri="{FF2B5EF4-FFF2-40B4-BE49-F238E27FC236}">
                <a16:creationId xmlns:a16="http://schemas.microsoft.com/office/drawing/2014/main" id="{B6B921A0-45F4-7475-5643-96225DA32B3D}"/>
              </a:ext>
            </a:extLst>
          </p:cNvPr>
          <p:cNvSpPr/>
          <p:nvPr/>
        </p:nvSpPr>
        <p:spPr>
          <a:xfrm>
            <a:off x="8089641" y="2939143"/>
            <a:ext cx="2435290" cy="6811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Department</a:t>
            </a:r>
            <a:endParaRPr lang="en-IN" dirty="0"/>
          </a:p>
        </p:txBody>
      </p:sp>
      <p:sp>
        <p:nvSpPr>
          <p:cNvPr id="6" name="Rectangle 5">
            <a:extLst>
              <a:ext uri="{FF2B5EF4-FFF2-40B4-BE49-F238E27FC236}">
                <a16:creationId xmlns:a16="http://schemas.microsoft.com/office/drawing/2014/main" id="{3C916850-9EFA-0057-DE68-821A3797B189}"/>
              </a:ext>
            </a:extLst>
          </p:cNvPr>
          <p:cNvSpPr/>
          <p:nvPr/>
        </p:nvSpPr>
        <p:spPr>
          <a:xfrm>
            <a:off x="4747726" y="4320073"/>
            <a:ext cx="2696547" cy="9703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Faculty</a:t>
            </a:r>
            <a:endParaRPr lang="en-IN" dirty="0"/>
          </a:p>
        </p:txBody>
      </p:sp>
      <p:sp>
        <p:nvSpPr>
          <p:cNvPr id="7" name="Diamond 6">
            <a:extLst>
              <a:ext uri="{FF2B5EF4-FFF2-40B4-BE49-F238E27FC236}">
                <a16:creationId xmlns:a16="http://schemas.microsoft.com/office/drawing/2014/main" id="{85472F0D-5B24-5DE1-4FCD-5E0FCE2207BA}"/>
              </a:ext>
            </a:extLst>
          </p:cNvPr>
          <p:cNvSpPr/>
          <p:nvPr/>
        </p:nvSpPr>
        <p:spPr>
          <a:xfrm>
            <a:off x="5374433" y="2780522"/>
            <a:ext cx="1886339"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Related</a:t>
            </a:r>
            <a:endParaRPr lang="en-IN" dirty="0"/>
          </a:p>
        </p:txBody>
      </p:sp>
      <p:cxnSp>
        <p:nvCxnSpPr>
          <p:cNvPr id="9" name="Straight Connector 8">
            <a:extLst>
              <a:ext uri="{FF2B5EF4-FFF2-40B4-BE49-F238E27FC236}">
                <a16:creationId xmlns:a16="http://schemas.microsoft.com/office/drawing/2014/main" id="{6111D3E1-2B20-F926-FC1D-FC1533E0F033}"/>
              </a:ext>
            </a:extLst>
          </p:cNvPr>
          <p:cNvCxnSpPr>
            <a:stCxn id="4" idx="3"/>
          </p:cNvCxnSpPr>
          <p:nvPr/>
        </p:nvCxnSpPr>
        <p:spPr>
          <a:xfrm flipV="1">
            <a:off x="3834882" y="3237722"/>
            <a:ext cx="1548881" cy="4666"/>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00DDF8C5-3FED-25E9-D76C-ECEA3A51FAFE}"/>
              </a:ext>
            </a:extLst>
          </p:cNvPr>
          <p:cNvCxnSpPr/>
          <p:nvPr/>
        </p:nvCxnSpPr>
        <p:spPr>
          <a:xfrm>
            <a:off x="7260772" y="3237722"/>
            <a:ext cx="828869"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40E09E0-7600-2ACC-2F99-1E412816A2B0}"/>
              </a:ext>
            </a:extLst>
          </p:cNvPr>
          <p:cNvCxnSpPr>
            <a:endCxn id="7" idx="2"/>
          </p:cNvCxnSpPr>
          <p:nvPr/>
        </p:nvCxnSpPr>
        <p:spPr>
          <a:xfrm flipV="1">
            <a:off x="6317602" y="3694922"/>
            <a:ext cx="0" cy="62515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8239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CF39F-9A1F-42DF-188C-571EB80F5EFC}"/>
              </a:ext>
            </a:extLst>
          </p:cNvPr>
          <p:cNvSpPr>
            <a:spLocks noGrp="1"/>
          </p:cNvSpPr>
          <p:nvPr>
            <p:ph idx="1"/>
          </p:nvPr>
        </p:nvSpPr>
        <p:spPr>
          <a:xfrm>
            <a:off x="838200" y="195943"/>
            <a:ext cx="10515600" cy="5981020"/>
          </a:xfrm>
        </p:spPr>
        <p:txBody>
          <a:bodyPr/>
          <a:lstStyle/>
          <a:p>
            <a:pPr marL="0" indent="0" algn="l">
              <a:buNone/>
            </a:pPr>
            <a:r>
              <a:rPr lang="en-US" b="1" i="0" dirty="0">
                <a:effectLst/>
              </a:rPr>
              <a:t>N-</a:t>
            </a:r>
            <a:r>
              <a:rPr lang="en-US" b="1" i="0" dirty="0" err="1">
                <a:effectLst/>
              </a:rPr>
              <a:t>ary</a:t>
            </a:r>
            <a:r>
              <a:rPr lang="en-US" b="1" i="0" dirty="0">
                <a:effectLst/>
              </a:rPr>
              <a:t> Relationship</a:t>
            </a:r>
          </a:p>
          <a:p>
            <a:pPr algn="l"/>
            <a:r>
              <a:rPr lang="en-US" b="0" i="0" dirty="0">
                <a:effectLst/>
              </a:rPr>
              <a:t>This is a generalized form of a relationship when the n number of total entities are participating. When there is an n number of involved entities, we can say that they have an N-</a:t>
            </a:r>
            <a:r>
              <a:rPr lang="en-US" b="0" i="0" dirty="0" err="1">
                <a:effectLst/>
              </a:rPr>
              <a:t>ary</a:t>
            </a:r>
            <a:r>
              <a:rPr lang="en-US" b="0" i="0" dirty="0">
                <a:effectLst/>
              </a:rPr>
              <a:t> relationship. As there are many entities involved, it is hard to convert them to a relational table. It is an uncommon relationship that is not as widely used as a binary relationship. The degree of relationship is 'n'.</a:t>
            </a:r>
          </a:p>
          <a:p>
            <a:pPr marL="0" indent="0">
              <a:buNone/>
            </a:pPr>
            <a:endParaRPr lang="en-IN" dirty="0"/>
          </a:p>
        </p:txBody>
      </p:sp>
      <p:sp>
        <p:nvSpPr>
          <p:cNvPr id="5" name="Rectangle 4">
            <a:extLst>
              <a:ext uri="{FF2B5EF4-FFF2-40B4-BE49-F238E27FC236}">
                <a16:creationId xmlns:a16="http://schemas.microsoft.com/office/drawing/2014/main" id="{96235603-0EDD-330D-44F5-99617F6D6E17}"/>
              </a:ext>
            </a:extLst>
          </p:cNvPr>
          <p:cNvSpPr/>
          <p:nvPr/>
        </p:nvSpPr>
        <p:spPr>
          <a:xfrm>
            <a:off x="838200" y="4009052"/>
            <a:ext cx="2631233"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Student</a:t>
            </a:r>
            <a:endParaRPr lang="en-IN" dirty="0"/>
          </a:p>
        </p:txBody>
      </p:sp>
      <p:sp>
        <p:nvSpPr>
          <p:cNvPr id="6" name="Rectangle 5">
            <a:extLst>
              <a:ext uri="{FF2B5EF4-FFF2-40B4-BE49-F238E27FC236}">
                <a16:creationId xmlns:a16="http://schemas.microsoft.com/office/drawing/2014/main" id="{B4D96C85-D48B-7175-754A-36B2DE5701BB}"/>
              </a:ext>
            </a:extLst>
          </p:cNvPr>
          <p:cNvSpPr/>
          <p:nvPr/>
        </p:nvSpPr>
        <p:spPr>
          <a:xfrm>
            <a:off x="838200" y="5747657"/>
            <a:ext cx="2631233"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Placement_cell</a:t>
            </a:r>
            <a:endParaRPr lang="en-IN" dirty="0"/>
          </a:p>
        </p:txBody>
      </p:sp>
      <p:sp>
        <p:nvSpPr>
          <p:cNvPr id="7" name="Rectangle 6">
            <a:extLst>
              <a:ext uri="{FF2B5EF4-FFF2-40B4-BE49-F238E27FC236}">
                <a16:creationId xmlns:a16="http://schemas.microsoft.com/office/drawing/2014/main" id="{ED5F78A0-E87D-FF9B-FE1D-C16AEEBE33F8}"/>
              </a:ext>
            </a:extLst>
          </p:cNvPr>
          <p:cNvSpPr/>
          <p:nvPr/>
        </p:nvSpPr>
        <p:spPr>
          <a:xfrm>
            <a:off x="3993501" y="5698041"/>
            <a:ext cx="2631233"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Library</a:t>
            </a:r>
            <a:endParaRPr lang="en-IN" dirty="0"/>
          </a:p>
        </p:txBody>
      </p:sp>
      <p:sp>
        <p:nvSpPr>
          <p:cNvPr id="8" name="Rectangle 7">
            <a:extLst>
              <a:ext uri="{FF2B5EF4-FFF2-40B4-BE49-F238E27FC236}">
                <a16:creationId xmlns:a16="http://schemas.microsoft.com/office/drawing/2014/main" id="{78E7299A-8B7E-33EF-44FD-D5D819CE57AA}"/>
              </a:ext>
            </a:extLst>
          </p:cNvPr>
          <p:cNvSpPr/>
          <p:nvPr/>
        </p:nvSpPr>
        <p:spPr>
          <a:xfrm>
            <a:off x="7271656" y="5545494"/>
            <a:ext cx="2631233"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Exam_cell</a:t>
            </a:r>
            <a:endParaRPr lang="en-IN" dirty="0"/>
          </a:p>
        </p:txBody>
      </p:sp>
      <p:sp>
        <p:nvSpPr>
          <p:cNvPr id="9" name="Rectangle 8">
            <a:extLst>
              <a:ext uri="{FF2B5EF4-FFF2-40B4-BE49-F238E27FC236}">
                <a16:creationId xmlns:a16="http://schemas.microsoft.com/office/drawing/2014/main" id="{7E0208F0-3369-AD9E-DD0E-4BC225350BF4}"/>
              </a:ext>
            </a:extLst>
          </p:cNvPr>
          <p:cNvSpPr/>
          <p:nvPr/>
        </p:nvSpPr>
        <p:spPr>
          <a:xfrm>
            <a:off x="7140250" y="4009052"/>
            <a:ext cx="2631233"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Department</a:t>
            </a:r>
            <a:endParaRPr lang="en-IN" dirty="0"/>
          </a:p>
        </p:txBody>
      </p:sp>
      <p:sp>
        <p:nvSpPr>
          <p:cNvPr id="10" name="Diamond 9">
            <a:extLst>
              <a:ext uri="{FF2B5EF4-FFF2-40B4-BE49-F238E27FC236}">
                <a16:creationId xmlns:a16="http://schemas.microsoft.com/office/drawing/2014/main" id="{6268785E-8C36-20FC-BF39-8B3552BB3D29}"/>
              </a:ext>
            </a:extLst>
          </p:cNvPr>
          <p:cNvSpPr/>
          <p:nvPr/>
        </p:nvSpPr>
        <p:spPr>
          <a:xfrm>
            <a:off x="4643532" y="4033861"/>
            <a:ext cx="1785260"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Related</a:t>
            </a:r>
            <a:endParaRPr lang="en-IN" dirty="0"/>
          </a:p>
        </p:txBody>
      </p:sp>
      <p:cxnSp>
        <p:nvCxnSpPr>
          <p:cNvPr id="12" name="Straight Connector 11">
            <a:extLst>
              <a:ext uri="{FF2B5EF4-FFF2-40B4-BE49-F238E27FC236}">
                <a16:creationId xmlns:a16="http://schemas.microsoft.com/office/drawing/2014/main" id="{9BD90AB7-2B3A-F85E-62A3-C7A5A9081DE0}"/>
              </a:ext>
            </a:extLst>
          </p:cNvPr>
          <p:cNvCxnSpPr>
            <a:cxnSpLocks/>
            <a:stCxn id="5" idx="3"/>
            <a:endCxn id="10" idx="1"/>
          </p:cNvCxnSpPr>
          <p:nvPr/>
        </p:nvCxnSpPr>
        <p:spPr>
          <a:xfrm>
            <a:off x="3469433" y="4466252"/>
            <a:ext cx="1174099" cy="24809"/>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5D5C4A8-44D2-BF1E-06D1-30A7BD990B96}"/>
              </a:ext>
            </a:extLst>
          </p:cNvPr>
          <p:cNvCxnSpPr>
            <a:cxnSpLocks/>
            <a:stCxn id="10" idx="3"/>
            <a:endCxn id="9" idx="1"/>
          </p:cNvCxnSpPr>
          <p:nvPr/>
        </p:nvCxnSpPr>
        <p:spPr>
          <a:xfrm flipV="1">
            <a:off x="6428792" y="4466252"/>
            <a:ext cx="711458" cy="2480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358C6BC-4DFC-3297-E185-673F11C917B0}"/>
              </a:ext>
            </a:extLst>
          </p:cNvPr>
          <p:cNvCxnSpPr>
            <a:cxnSpLocks/>
            <a:endCxn id="10" idx="2"/>
          </p:cNvCxnSpPr>
          <p:nvPr/>
        </p:nvCxnSpPr>
        <p:spPr>
          <a:xfrm flipV="1">
            <a:off x="1949708" y="4948261"/>
            <a:ext cx="3586454" cy="774589"/>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62A4587D-949C-4C76-CEFC-0284F17C22E9}"/>
              </a:ext>
            </a:extLst>
          </p:cNvPr>
          <p:cNvCxnSpPr>
            <a:cxnSpLocks/>
            <a:endCxn id="10" idx="2"/>
          </p:cNvCxnSpPr>
          <p:nvPr/>
        </p:nvCxnSpPr>
        <p:spPr>
          <a:xfrm flipV="1">
            <a:off x="5100733" y="4948261"/>
            <a:ext cx="435429" cy="77458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AD99914-837E-C378-DDE7-7297AF06E844}"/>
              </a:ext>
            </a:extLst>
          </p:cNvPr>
          <p:cNvCxnSpPr>
            <a:cxnSpLocks/>
            <a:stCxn id="10" idx="2"/>
          </p:cNvCxnSpPr>
          <p:nvPr/>
        </p:nvCxnSpPr>
        <p:spPr>
          <a:xfrm>
            <a:off x="5536162" y="4948261"/>
            <a:ext cx="3011844" cy="62204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20407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115BD-FEFD-38C1-07E0-A9539F610B6C}"/>
              </a:ext>
            </a:extLst>
          </p:cNvPr>
          <p:cNvSpPr>
            <a:spLocks noGrp="1"/>
          </p:cNvSpPr>
          <p:nvPr>
            <p:ph idx="1"/>
          </p:nvPr>
        </p:nvSpPr>
        <p:spPr>
          <a:xfrm>
            <a:off x="713792" y="253966"/>
            <a:ext cx="10629122" cy="6604034"/>
          </a:xfrm>
        </p:spPr>
        <p:txBody>
          <a:bodyPr>
            <a:normAutofit/>
          </a:bodyPr>
          <a:lstStyle/>
          <a:p>
            <a:pPr marL="0" indent="0">
              <a:buNone/>
            </a:pPr>
            <a:r>
              <a:rPr lang="en-US" b="1" i="0" dirty="0">
                <a:solidFill>
                  <a:srgbClr val="000000"/>
                </a:solidFill>
                <a:effectLst/>
              </a:rPr>
              <a:t>Relationships as Attributes:</a:t>
            </a:r>
          </a:p>
          <a:p>
            <a:pPr marL="0" indent="0">
              <a:buNone/>
            </a:pPr>
            <a:r>
              <a:rPr lang="en-US" b="0" i="0" dirty="0">
                <a:solidFill>
                  <a:srgbClr val="273239"/>
                </a:solidFill>
                <a:effectLst/>
              </a:rPr>
              <a:t>In ER model, entities have attributes which can be of various types like single-valued, multi-valued, composite, simple, stored, derived and complex. But relationships can also have attributes associated to them.</a:t>
            </a:r>
          </a:p>
          <a:p>
            <a:pPr marL="0" indent="0">
              <a:buNone/>
            </a:pPr>
            <a:r>
              <a:rPr lang="en-US" dirty="0">
                <a:solidFill>
                  <a:srgbClr val="273239"/>
                </a:solidFill>
              </a:rPr>
              <a:t>Let us see the example how attributes associate with entity</a:t>
            </a:r>
            <a:endParaRPr lang="en-US" b="1" dirty="0">
              <a:solidFill>
                <a:srgbClr val="000000"/>
              </a:solidFill>
            </a:endParaRPr>
          </a:p>
          <a:p>
            <a:pPr marL="0" indent="0">
              <a:buNone/>
            </a:pPr>
            <a:r>
              <a:rPr lang="en-IN" dirty="0"/>
              <a:t> </a:t>
            </a:r>
            <a:r>
              <a:rPr lang="en-IN" sz="2000" dirty="0"/>
              <a:t>One to One relationship:</a:t>
            </a:r>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r>
              <a:rPr lang="en-IN" sz="2000" dirty="0"/>
              <a:t>One to many relationship:</a:t>
            </a:r>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000" dirty="0"/>
          </a:p>
        </p:txBody>
      </p:sp>
      <p:sp>
        <p:nvSpPr>
          <p:cNvPr id="4" name="Rectangle 3">
            <a:extLst>
              <a:ext uri="{FF2B5EF4-FFF2-40B4-BE49-F238E27FC236}">
                <a16:creationId xmlns:a16="http://schemas.microsoft.com/office/drawing/2014/main" id="{66E98648-B9E3-38E8-18B0-939D06C4C1A5}"/>
              </a:ext>
            </a:extLst>
          </p:cNvPr>
          <p:cNvSpPr/>
          <p:nvPr/>
        </p:nvSpPr>
        <p:spPr>
          <a:xfrm>
            <a:off x="1166326" y="3279759"/>
            <a:ext cx="2015412" cy="7791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Employee</a:t>
            </a:r>
            <a:endParaRPr lang="en-IN" dirty="0"/>
          </a:p>
        </p:txBody>
      </p:sp>
      <p:sp>
        <p:nvSpPr>
          <p:cNvPr id="7" name="Rectangle 6">
            <a:extLst>
              <a:ext uri="{FF2B5EF4-FFF2-40B4-BE49-F238E27FC236}">
                <a16:creationId xmlns:a16="http://schemas.microsoft.com/office/drawing/2014/main" id="{BCF82748-AAA7-B45B-9CD8-F6EC342558D6}"/>
              </a:ext>
            </a:extLst>
          </p:cNvPr>
          <p:cNvSpPr/>
          <p:nvPr/>
        </p:nvSpPr>
        <p:spPr>
          <a:xfrm>
            <a:off x="7613782" y="5824928"/>
            <a:ext cx="2015412" cy="7791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Department</a:t>
            </a:r>
            <a:endParaRPr lang="en-IN" dirty="0"/>
          </a:p>
        </p:txBody>
      </p:sp>
      <p:sp>
        <p:nvSpPr>
          <p:cNvPr id="8" name="Rectangle 7">
            <a:extLst>
              <a:ext uri="{FF2B5EF4-FFF2-40B4-BE49-F238E27FC236}">
                <a16:creationId xmlns:a16="http://schemas.microsoft.com/office/drawing/2014/main" id="{86C1F8E6-4E20-F06B-46D0-0DBB4389C148}"/>
              </a:ext>
            </a:extLst>
          </p:cNvPr>
          <p:cNvSpPr/>
          <p:nvPr/>
        </p:nvSpPr>
        <p:spPr>
          <a:xfrm>
            <a:off x="1166326" y="5787410"/>
            <a:ext cx="2015412" cy="7791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Employee</a:t>
            </a:r>
            <a:endParaRPr lang="en-IN" dirty="0"/>
          </a:p>
        </p:txBody>
      </p:sp>
      <p:sp>
        <p:nvSpPr>
          <p:cNvPr id="9" name="Rectangle 8">
            <a:extLst>
              <a:ext uri="{FF2B5EF4-FFF2-40B4-BE49-F238E27FC236}">
                <a16:creationId xmlns:a16="http://schemas.microsoft.com/office/drawing/2014/main" id="{C2D24C6C-9F0F-F7CC-4269-4BC1A7A0B1E4}"/>
              </a:ext>
            </a:extLst>
          </p:cNvPr>
          <p:cNvSpPr/>
          <p:nvPr/>
        </p:nvSpPr>
        <p:spPr>
          <a:xfrm>
            <a:off x="7410841" y="3226969"/>
            <a:ext cx="2015412" cy="7791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Department</a:t>
            </a:r>
            <a:endParaRPr lang="en-IN" dirty="0"/>
          </a:p>
        </p:txBody>
      </p:sp>
      <p:sp>
        <p:nvSpPr>
          <p:cNvPr id="10" name="Oval 9">
            <a:extLst>
              <a:ext uri="{FF2B5EF4-FFF2-40B4-BE49-F238E27FC236}">
                <a16:creationId xmlns:a16="http://schemas.microsoft.com/office/drawing/2014/main" id="{1CB3AFCC-47DB-FED3-9C17-F1A4514FE355}"/>
              </a:ext>
            </a:extLst>
          </p:cNvPr>
          <p:cNvSpPr/>
          <p:nvPr/>
        </p:nvSpPr>
        <p:spPr>
          <a:xfrm>
            <a:off x="4618654" y="2545750"/>
            <a:ext cx="1558212" cy="7791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Start date</a:t>
            </a:r>
            <a:endParaRPr lang="en-IN" dirty="0"/>
          </a:p>
        </p:txBody>
      </p:sp>
      <p:sp>
        <p:nvSpPr>
          <p:cNvPr id="11" name="Oval 10">
            <a:extLst>
              <a:ext uri="{FF2B5EF4-FFF2-40B4-BE49-F238E27FC236}">
                <a16:creationId xmlns:a16="http://schemas.microsoft.com/office/drawing/2014/main" id="{85D33312-DD86-6187-DA4A-824EB0A8344C}"/>
              </a:ext>
            </a:extLst>
          </p:cNvPr>
          <p:cNvSpPr/>
          <p:nvPr/>
        </p:nvSpPr>
        <p:spPr>
          <a:xfrm>
            <a:off x="4553340" y="5027720"/>
            <a:ext cx="1558212" cy="7791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Start date</a:t>
            </a:r>
            <a:endParaRPr lang="en-IN" dirty="0"/>
          </a:p>
        </p:txBody>
      </p:sp>
      <p:sp>
        <p:nvSpPr>
          <p:cNvPr id="12" name="Diamond 11">
            <a:extLst>
              <a:ext uri="{FF2B5EF4-FFF2-40B4-BE49-F238E27FC236}">
                <a16:creationId xmlns:a16="http://schemas.microsoft.com/office/drawing/2014/main" id="{13C40C4D-D6B8-BC7C-DCEF-8D8C36649EFC}"/>
              </a:ext>
            </a:extLst>
          </p:cNvPr>
          <p:cNvSpPr/>
          <p:nvPr/>
        </p:nvSpPr>
        <p:spPr>
          <a:xfrm>
            <a:off x="4415714" y="3358246"/>
            <a:ext cx="2379304"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Manages</a:t>
            </a:r>
            <a:endParaRPr lang="en-IN" dirty="0"/>
          </a:p>
        </p:txBody>
      </p:sp>
      <p:sp>
        <p:nvSpPr>
          <p:cNvPr id="13" name="Diamond 12">
            <a:extLst>
              <a:ext uri="{FF2B5EF4-FFF2-40B4-BE49-F238E27FC236}">
                <a16:creationId xmlns:a16="http://schemas.microsoft.com/office/drawing/2014/main" id="{9C088BB0-EBA0-E05B-5181-1F45D4BFD5BA}"/>
              </a:ext>
            </a:extLst>
          </p:cNvPr>
          <p:cNvSpPr/>
          <p:nvPr/>
        </p:nvSpPr>
        <p:spPr>
          <a:xfrm>
            <a:off x="4500467" y="5887812"/>
            <a:ext cx="1741713"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Works for</a:t>
            </a:r>
            <a:endParaRPr lang="en-IN" dirty="0"/>
          </a:p>
        </p:txBody>
      </p:sp>
      <p:cxnSp>
        <p:nvCxnSpPr>
          <p:cNvPr id="15" name="Straight Connector 14">
            <a:extLst>
              <a:ext uri="{FF2B5EF4-FFF2-40B4-BE49-F238E27FC236}">
                <a16:creationId xmlns:a16="http://schemas.microsoft.com/office/drawing/2014/main" id="{115CE921-F983-082E-2E8F-F7D4ED570923}"/>
              </a:ext>
            </a:extLst>
          </p:cNvPr>
          <p:cNvCxnSpPr>
            <a:cxnSpLocks/>
            <a:stCxn id="4" idx="3"/>
            <a:endCxn id="12" idx="1"/>
          </p:cNvCxnSpPr>
          <p:nvPr/>
        </p:nvCxnSpPr>
        <p:spPr>
          <a:xfrm>
            <a:off x="3181738" y="3669312"/>
            <a:ext cx="1233976" cy="146134"/>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1671681-B38E-92A8-1036-1CDC9DE37DE0}"/>
              </a:ext>
            </a:extLst>
          </p:cNvPr>
          <p:cNvCxnSpPr>
            <a:cxnSpLocks/>
            <a:stCxn id="13" idx="3"/>
            <a:endCxn id="7" idx="1"/>
          </p:cNvCxnSpPr>
          <p:nvPr/>
        </p:nvCxnSpPr>
        <p:spPr>
          <a:xfrm flipV="1">
            <a:off x="6242180" y="6214481"/>
            <a:ext cx="1371602" cy="13053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F2B7C45-B3D9-B33C-19B6-BF9A3FC4C9EF}"/>
              </a:ext>
            </a:extLst>
          </p:cNvPr>
          <p:cNvCxnSpPr>
            <a:cxnSpLocks/>
            <a:endCxn id="13" idx="1"/>
          </p:cNvCxnSpPr>
          <p:nvPr/>
        </p:nvCxnSpPr>
        <p:spPr>
          <a:xfrm>
            <a:off x="3142083" y="6080934"/>
            <a:ext cx="1358384" cy="264078"/>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51D3967-7DA6-EB5E-8CF3-7CFF41735FA6}"/>
              </a:ext>
            </a:extLst>
          </p:cNvPr>
          <p:cNvCxnSpPr>
            <a:cxnSpLocks/>
            <a:stCxn id="12" idx="3"/>
          </p:cNvCxnSpPr>
          <p:nvPr/>
        </p:nvCxnSpPr>
        <p:spPr>
          <a:xfrm flipV="1">
            <a:off x="6795018" y="3548963"/>
            <a:ext cx="615823" cy="266483"/>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4003059E-3380-5602-5A70-8FFC1DE3E076}"/>
              </a:ext>
            </a:extLst>
          </p:cNvPr>
          <p:cNvCxnSpPr/>
          <p:nvPr/>
        </p:nvCxnSpPr>
        <p:spPr>
          <a:xfrm flipH="1">
            <a:off x="2379306" y="2976465"/>
            <a:ext cx="223934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41" name="Straight Connector 40">
            <a:extLst>
              <a:ext uri="{FF2B5EF4-FFF2-40B4-BE49-F238E27FC236}">
                <a16:creationId xmlns:a16="http://schemas.microsoft.com/office/drawing/2014/main" id="{CB66661C-1514-B460-457B-6F4D721282DF}"/>
              </a:ext>
            </a:extLst>
          </p:cNvPr>
          <p:cNvCxnSpPr/>
          <p:nvPr/>
        </p:nvCxnSpPr>
        <p:spPr>
          <a:xfrm>
            <a:off x="2379306" y="2977438"/>
            <a:ext cx="0" cy="302321"/>
          </a:xfrm>
          <a:prstGeom prst="line">
            <a:avLst/>
          </a:prstGeom>
        </p:spPr>
        <p:style>
          <a:lnRef idx="1">
            <a:schemeClr val="accent2"/>
          </a:lnRef>
          <a:fillRef idx="0">
            <a:schemeClr val="accent2"/>
          </a:fillRef>
          <a:effectRef idx="0">
            <a:schemeClr val="accent2"/>
          </a:effectRef>
          <a:fontRef idx="minor">
            <a:schemeClr val="tx1"/>
          </a:fontRef>
        </p:style>
      </p:cxnSp>
      <p:cxnSp>
        <p:nvCxnSpPr>
          <p:cNvPr id="42" name="Straight Connector 41">
            <a:extLst>
              <a:ext uri="{FF2B5EF4-FFF2-40B4-BE49-F238E27FC236}">
                <a16:creationId xmlns:a16="http://schemas.microsoft.com/office/drawing/2014/main" id="{646B0065-B0D9-59FC-3909-E64A1C09BBEA}"/>
              </a:ext>
            </a:extLst>
          </p:cNvPr>
          <p:cNvCxnSpPr/>
          <p:nvPr/>
        </p:nvCxnSpPr>
        <p:spPr>
          <a:xfrm flipH="1">
            <a:off x="6176866" y="2976465"/>
            <a:ext cx="223934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43" name="Straight Connector 42">
            <a:extLst>
              <a:ext uri="{FF2B5EF4-FFF2-40B4-BE49-F238E27FC236}">
                <a16:creationId xmlns:a16="http://schemas.microsoft.com/office/drawing/2014/main" id="{EB7D9D05-F2A6-CBE3-83E7-31A23A62BA0A}"/>
              </a:ext>
            </a:extLst>
          </p:cNvPr>
          <p:cNvCxnSpPr/>
          <p:nvPr/>
        </p:nvCxnSpPr>
        <p:spPr>
          <a:xfrm>
            <a:off x="8416214" y="2977438"/>
            <a:ext cx="0" cy="302321"/>
          </a:xfrm>
          <a:prstGeom prst="line">
            <a:avLst/>
          </a:prstGeom>
        </p:spPr>
        <p:style>
          <a:lnRef idx="1">
            <a:schemeClr val="accent2"/>
          </a:lnRef>
          <a:fillRef idx="0">
            <a:schemeClr val="accent2"/>
          </a:fillRef>
          <a:effectRef idx="0">
            <a:schemeClr val="accent2"/>
          </a:effectRef>
          <a:fontRef idx="minor">
            <a:schemeClr val="tx1"/>
          </a:fontRef>
        </p:style>
      </p:cxnSp>
      <p:cxnSp>
        <p:nvCxnSpPr>
          <p:cNvPr id="44" name="Straight Connector 43">
            <a:extLst>
              <a:ext uri="{FF2B5EF4-FFF2-40B4-BE49-F238E27FC236}">
                <a16:creationId xmlns:a16="http://schemas.microsoft.com/office/drawing/2014/main" id="{FC01E854-F90E-3832-31E5-6B098EB23E17}"/>
              </a:ext>
            </a:extLst>
          </p:cNvPr>
          <p:cNvCxnSpPr/>
          <p:nvPr/>
        </p:nvCxnSpPr>
        <p:spPr>
          <a:xfrm>
            <a:off x="2313992" y="5485089"/>
            <a:ext cx="0" cy="302321"/>
          </a:xfrm>
          <a:prstGeom prst="line">
            <a:avLst/>
          </a:prstGeom>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F747FDB8-2173-4668-FF20-481487EF1A78}"/>
              </a:ext>
            </a:extLst>
          </p:cNvPr>
          <p:cNvCxnSpPr/>
          <p:nvPr/>
        </p:nvCxnSpPr>
        <p:spPr>
          <a:xfrm flipH="1">
            <a:off x="2313992" y="5485089"/>
            <a:ext cx="2239348" cy="0"/>
          </a:xfrm>
          <a:prstGeom prst="line">
            <a:avLst/>
          </a:prstGeom>
        </p:spPr>
        <p:style>
          <a:lnRef idx="2">
            <a:schemeClr val="accent2"/>
          </a:lnRef>
          <a:fillRef idx="0">
            <a:schemeClr val="accent2"/>
          </a:fillRef>
          <a:effectRef idx="1">
            <a:schemeClr val="accent2"/>
          </a:effectRef>
          <a:fontRef idx="minor">
            <a:schemeClr val="tx1"/>
          </a:fontRef>
        </p:style>
      </p:cxnSp>
      <p:sp>
        <p:nvSpPr>
          <p:cNvPr id="47" name="TextBox 46">
            <a:extLst>
              <a:ext uri="{FF2B5EF4-FFF2-40B4-BE49-F238E27FC236}">
                <a16:creationId xmlns:a16="http://schemas.microsoft.com/office/drawing/2014/main" id="{ED8C59C2-CB7D-1EEB-F79A-0370CA506537}"/>
              </a:ext>
            </a:extLst>
          </p:cNvPr>
          <p:cNvSpPr txBox="1"/>
          <p:nvPr/>
        </p:nvSpPr>
        <p:spPr>
          <a:xfrm>
            <a:off x="2586142" y="2943932"/>
            <a:ext cx="301686" cy="369332"/>
          </a:xfrm>
          <a:prstGeom prst="rect">
            <a:avLst/>
          </a:prstGeom>
          <a:noFill/>
        </p:spPr>
        <p:txBody>
          <a:bodyPr wrap="none" rtlCol="0">
            <a:spAutoFit/>
          </a:bodyPr>
          <a:lstStyle/>
          <a:p>
            <a:r>
              <a:rPr lang="en-US" dirty="0"/>
              <a:t>1</a:t>
            </a:r>
            <a:endParaRPr lang="en-IN" dirty="0"/>
          </a:p>
        </p:txBody>
      </p:sp>
      <p:sp>
        <p:nvSpPr>
          <p:cNvPr id="48" name="TextBox 47">
            <a:extLst>
              <a:ext uri="{FF2B5EF4-FFF2-40B4-BE49-F238E27FC236}">
                <a16:creationId xmlns:a16="http://schemas.microsoft.com/office/drawing/2014/main" id="{359FFFC4-DF96-6798-6F3D-FB1035461F10}"/>
              </a:ext>
            </a:extLst>
          </p:cNvPr>
          <p:cNvSpPr txBox="1"/>
          <p:nvPr/>
        </p:nvSpPr>
        <p:spPr>
          <a:xfrm>
            <a:off x="8097422" y="2960941"/>
            <a:ext cx="301686" cy="369332"/>
          </a:xfrm>
          <a:prstGeom prst="rect">
            <a:avLst/>
          </a:prstGeom>
          <a:noFill/>
        </p:spPr>
        <p:txBody>
          <a:bodyPr wrap="none" rtlCol="0">
            <a:spAutoFit/>
          </a:bodyPr>
          <a:lstStyle/>
          <a:p>
            <a:r>
              <a:rPr lang="en-US" dirty="0"/>
              <a:t>1</a:t>
            </a:r>
            <a:endParaRPr lang="en-IN" dirty="0"/>
          </a:p>
        </p:txBody>
      </p:sp>
      <p:sp>
        <p:nvSpPr>
          <p:cNvPr id="49" name="TextBox 48">
            <a:extLst>
              <a:ext uri="{FF2B5EF4-FFF2-40B4-BE49-F238E27FC236}">
                <a16:creationId xmlns:a16="http://schemas.microsoft.com/office/drawing/2014/main" id="{D5B1109F-310B-CE1E-10A0-FD471260D598}"/>
              </a:ext>
            </a:extLst>
          </p:cNvPr>
          <p:cNvSpPr txBox="1"/>
          <p:nvPr/>
        </p:nvSpPr>
        <p:spPr>
          <a:xfrm>
            <a:off x="6425687" y="6006095"/>
            <a:ext cx="301686" cy="369332"/>
          </a:xfrm>
          <a:prstGeom prst="rect">
            <a:avLst/>
          </a:prstGeom>
          <a:noFill/>
        </p:spPr>
        <p:txBody>
          <a:bodyPr wrap="none" rtlCol="0">
            <a:spAutoFit/>
          </a:bodyPr>
          <a:lstStyle/>
          <a:p>
            <a:r>
              <a:rPr lang="en-US" dirty="0"/>
              <a:t>1</a:t>
            </a:r>
            <a:endParaRPr lang="en-IN" dirty="0"/>
          </a:p>
        </p:txBody>
      </p:sp>
      <p:sp>
        <p:nvSpPr>
          <p:cNvPr id="50" name="TextBox 49">
            <a:extLst>
              <a:ext uri="{FF2B5EF4-FFF2-40B4-BE49-F238E27FC236}">
                <a16:creationId xmlns:a16="http://schemas.microsoft.com/office/drawing/2014/main" id="{FDB2915F-45E4-1C3F-06F0-C0E42059B7E5}"/>
              </a:ext>
            </a:extLst>
          </p:cNvPr>
          <p:cNvSpPr txBox="1"/>
          <p:nvPr/>
        </p:nvSpPr>
        <p:spPr>
          <a:xfrm>
            <a:off x="3497437" y="5867240"/>
            <a:ext cx="306494" cy="369332"/>
          </a:xfrm>
          <a:prstGeom prst="rect">
            <a:avLst/>
          </a:prstGeom>
          <a:noFill/>
        </p:spPr>
        <p:txBody>
          <a:bodyPr wrap="none" rtlCol="0">
            <a:spAutoFit/>
          </a:bodyPr>
          <a:lstStyle/>
          <a:p>
            <a:r>
              <a:rPr lang="en-US" dirty="0"/>
              <a:t>n</a:t>
            </a:r>
            <a:endParaRPr lang="en-IN" dirty="0"/>
          </a:p>
        </p:txBody>
      </p:sp>
      <p:cxnSp>
        <p:nvCxnSpPr>
          <p:cNvPr id="52" name="Straight Connector 51">
            <a:extLst>
              <a:ext uri="{FF2B5EF4-FFF2-40B4-BE49-F238E27FC236}">
                <a16:creationId xmlns:a16="http://schemas.microsoft.com/office/drawing/2014/main" id="{6E6163DF-B64E-C269-DB3C-EA4EFBE77AA6}"/>
              </a:ext>
            </a:extLst>
          </p:cNvPr>
          <p:cNvCxnSpPr>
            <a:cxnSpLocks/>
          </p:cNvCxnSpPr>
          <p:nvPr/>
        </p:nvCxnSpPr>
        <p:spPr>
          <a:xfrm>
            <a:off x="3181738" y="6176963"/>
            <a:ext cx="1436916" cy="24903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9158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D4F350-7D65-08C3-BE62-D9A0DF8A6A56}"/>
              </a:ext>
            </a:extLst>
          </p:cNvPr>
          <p:cNvSpPr>
            <a:spLocks noGrp="1"/>
          </p:cNvSpPr>
          <p:nvPr>
            <p:ph idx="1"/>
          </p:nvPr>
        </p:nvSpPr>
        <p:spPr>
          <a:xfrm>
            <a:off x="838200" y="298580"/>
            <a:ext cx="10515600" cy="5878383"/>
          </a:xfrm>
        </p:spPr>
        <p:txBody>
          <a:bodyPr/>
          <a:lstStyle/>
          <a:p>
            <a:pPr marL="0" indent="0">
              <a:buNone/>
            </a:pPr>
            <a:r>
              <a:rPr lang="en-IN" dirty="0"/>
              <a:t>Many to Many relationship:</a:t>
            </a:r>
          </a:p>
          <a:p>
            <a:pPr marL="0" indent="0">
              <a:buNone/>
            </a:pPr>
            <a:endParaRPr lang="en-IN" dirty="0"/>
          </a:p>
          <a:p>
            <a:pPr marL="0" indent="0">
              <a:buNone/>
            </a:pPr>
            <a:endParaRPr lang="en-IN" dirty="0"/>
          </a:p>
          <a:p>
            <a:pPr marL="0" indent="0">
              <a:buNone/>
            </a:pPr>
            <a:endParaRPr lang="en-IN" dirty="0"/>
          </a:p>
        </p:txBody>
      </p:sp>
      <p:sp>
        <p:nvSpPr>
          <p:cNvPr id="4" name="Rectangle 3">
            <a:extLst>
              <a:ext uri="{FF2B5EF4-FFF2-40B4-BE49-F238E27FC236}">
                <a16:creationId xmlns:a16="http://schemas.microsoft.com/office/drawing/2014/main" id="{3ED6F85E-E2C9-3F14-364A-46EB602BED20}"/>
              </a:ext>
            </a:extLst>
          </p:cNvPr>
          <p:cNvSpPr/>
          <p:nvPr/>
        </p:nvSpPr>
        <p:spPr>
          <a:xfrm>
            <a:off x="1978090" y="1404257"/>
            <a:ext cx="2286000" cy="7231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Employee</a:t>
            </a:r>
            <a:endParaRPr lang="en-IN" dirty="0"/>
          </a:p>
        </p:txBody>
      </p:sp>
      <p:sp>
        <p:nvSpPr>
          <p:cNvPr id="7" name="Rectangle 6">
            <a:extLst>
              <a:ext uri="{FF2B5EF4-FFF2-40B4-BE49-F238E27FC236}">
                <a16:creationId xmlns:a16="http://schemas.microsoft.com/office/drawing/2014/main" id="{8AB3EF4A-30EE-67CC-6B66-4A6F57EE7C1F}"/>
              </a:ext>
            </a:extLst>
          </p:cNvPr>
          <p:cNvSpPr/>
          <p:nvPr/>
        </p:nvSpPr>
        <p:spPr>
          <a:xfrm>
            <a:off x="7679873" y="1670178"/>
            <a:ext cx="2286000" cy="7231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a:t>
            </a:r>
            <a:endParaRPr lang="en-IN" dirty="0"/>
          </a:p>
        </p:txBody>
      </p:sp>
      <p:sp>
        <p:nvSpPr>
          <p:cNvPr id="9" name="Diamond 8">
            <a:extLst>
              <a:ext uri="{FF2B5EF4-FFF2-40B4-BE49-F238E27FC236}">
                <a16:creationId xmlns:a16="http://schemas.microsoft.com/office/drawing/2014/main" id="{A03054CC-180B-8615-E381-51B168C81245}"/>
              </a:ext>
            </a:extLst>
          </p:cNvPr>
          <p:cNvSpPr/>
          <p:nvPr/>
        </p:nvSpPr>
        <p:spPr>
          <a:xfrm>
            <a:off x="5103845" y="1707502"/>
            <a:ext cx="1567543"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Works on</a:t>
            </a:r>
            <a:endParaRPr lang="en-IN" dirty="0"/>
          </a:p>
        </p:txBody>
      </p:sp>
      <p:sp>
        <p:nvSpPr>
          <p:cNvPr id="10" name="Oval 9">
            <a:extLst>
              <a:ext uri="{FF2B5EF4-FFF2-40B4-BE49-F238E27FC236}">
                <a16:creationId xmlns:a16="http://schemas.microsoft.com/office/drawing/2014/main" id="{8A9351A0-46F1-2BE8-7A3E-B93838AEC7BA}"/>
              </a:ext>
            </a:extLst>
          </p:cNvPr>
          <p:cNvSpPr/>
          <p:nvPr/>
        </p:nvSpPr>
        <p:spPr>
          <a:xfrm>
            <a:off x="5246914" y="489856"/>
            <a:ext cx="1751045"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Number of working hours</a:t>
            </a:r>
            <a:endParaRPr lang="en-IN" dirty="0"/>
          </a:p>
        </p:txBody>
      </p:sp>
      <p:cxnSp>
        <p:nvCxnSpPr>
          <p:cNvPr id="12" name="Straight Connector 11">
            <a:extLst>
              <a:ext uri="{FF2B5EF4-FFF2-40B4-BE49-F238E27FC236}">
                <a16:creationId xmlns:a16="http://schemas.microsoft.com/office/drawing/2014/main" id="{434160BD-3F41-B4BF-8F50-FD777F047641}"/>
              </a:ext>
            </a:extLst>
          </p:cNvPr>
          <p:cNvCxnSpPr>
            <a:endCxn id="9" idx="1"/>
          </p:cNvCxnSpPr>
          <p:nvPr/>
        </p:nvCxnSpPr>
        <p:spPr>
          <a:xfrm>
            <a:off x="4264090" y="1898779"/>
            <a:ext cx="839755" cy="265923"/>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884CE70-2CD9-D580-C3C8-1EDF77091103}"/>
              </a:ext>
            </a:extLst>
          </p:cNvPr>
          <p:cNvCxnSpPr>
            <a:cxnSpLocks/>
          </p:cNvCxnSpPr>
          <p:nvPr/>
        </p:nvCxnSpPr>
        <p:spPr>
          <a:xfrm>
            <a:off x="4275753" y="1994416"/>
            <a:ext cx="971161" cy="265924"/>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6A0D667-C8C5-219C-B1B9-0BD6040A4E7D}"/>
              </a:ext>
            </a:extLst>
          </p:cNvPr>
          <p:cNvCxnSpPr>
            <a:cxnSpLocks/>
          </p:cNvCxnSpPr>
          <p:nvPr/>
        </p:nvCxnSpPr>
        <p:spPr>
          <a:xfrm flipV="1">
            <a:off x="6550090" y="1898779"/>
            <a:ext cx="1151553" cy="228599"/>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F40130F-F3B3-9C62-F7F8-3A292D3E7E21}"/>
              </a:ext>
            </a:extLst>
          </p:cNvPr>
          <p:cNvCxnSpPr>
            <a:cxnSpLocks/>
            <a:endCxn id="7" idx="1"/>
          </p:cNvCxnSpPr>
          <p:nvPr/>
        </p:nvCxnSpPr>
        <p:spPr>
          <a:xfrm flipV="1">
            <a:off x="6671388" y="2031740"/>
            <a:ext cx="1008485" cy="132962"/>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17ADF044-78C5-AB2B-2E9D-067402067070}"/>
              </a:ext>
            </a:extLst>
          </p:cNvPr>
          <p:cNvSpPr txBox="1"/>
          <p:nvPr/>
        </p:nvSpPr>
        <p:spPr>
          <a:xfrm>
            <a:off x="4883021" y="1803141"/>
            <a:ext cx="342122" cy="369332"/>
          </a:xfrm>
          <a:prstGeom prst="rect">
            <a:avLst/>
          </a:prstGeom>
          <a:noFill/>
        </p:spPr>
        <p:txBody>
          <a:bodyPr wrap="square" rtlCol="0">
            <a:spAutoFit/>
          </a:bodyPr>
          <a:lstStyle/>
          <a:p>
            <a:r>
              <a:rPr lang="en-US" dirty="0"/>
              <a:t>m</a:t>
            </a:r>
            <a:endParaRPr lang="en-IN" dirty="0"/>
          </a:p>
        </p:txBody>
      </p:sp>
      <p:sp>
        <p:nvSpPr>
          <p:cNvPr id="28" name="TextBox 27">
            <a:extLst>
              <a:ext uri="{FF2B5EF4-FFF2-40B4-BE49-F238E27FC236}">
                <a16:creationId xmlns:a16="http://schemas.microsoft.com/office/drawing/2014/main" id="{710289D7-31ED-C4A1-CE06-CFF9B57601D2}"/>
              </a:ext>
            </a:extLst>
          </p:cNvPr>
          <p:cNvSpPr txBox="1"/>
          <p:nvPr/>
        </p:nvSpPr>
        <p:spPr>
          <a:xfrm>
            <a:off x="6571861" y="1712557"/>
            <a:ext cx="342122" cy="369332"/>
          </a:xfrm>
          <a:prstGeom prst="rect">
            <a:avLst/>
          </a:prstGeom>
          <a:noFill/>
        </p:spPr>
        <p:txBody>
          <a:bodyPr wrap="square" rtlCol="0">
            <a:spAutoFit/>
          </a:bodyPr>
          <a:lstStyle/>
          <a:p>
            <a:r>
              <a:rPr lang="en-US" dirty="0"/>
              <a:t>n</a:t>
            </a:r>
            <a:endParaRPr lang="en-IN" dirty="0"/>
          </a:p>
        </p:txBody>
      </p:sp>
      <p:cxnSp>
        <p:nvCxnSpPr>
          <p:cNvPr id="30" name="Straight Connector 29">
            <a:extLst>
              <a:ext uri="{FF2B5EF4-FFF2-40B4-BE49-F238E27FC236}">
                <a16:creationId xmlns:a16="http://schemas.microsoft.com/office/drawing/2014/main" id="{7E8E2A0A-5AD2-5439-6412-192290472AFF}"/>
              </a:ext>
            </a:extLst>
          </p:cNvPr>
          <p:cNvCxnSpPr>
            <a:stCxn id="4" idx="0"/>
            <a:endCxn id="10" idx="2"/>
          </p:cNvCxnSpPr>
          <p:nvPr/>
        </p:nvCxnSpPr>
        <p:spPr>
          <a:xfrm flipV="1">
            <a:off x="3121090" y="947056"/>
            <a:ext cx="2125824" cy="457201"/>
          </a:xfrm>
          <a:prstGeom prst="line">
            <a:avLst/>
          </a:prstGeom>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3388D85C-42D1-F62D-C1D1-BD389CC7711A}"/>
              </a:ext>
            </a:extLst>
          </p:cNvPr>
          <p:cNvCxnSpPr>
            <a:cxnSpLocks/>
          </p:cNvCxnSpPr>
          <p:nvPr/>
        </p:nvCxnSpPr>
        <p:spPr>
          <a:xfrm>
            <a:off x="6997959" y="909637"/>
            <a:ext cx="2125824" cy="797865"/>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13261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649F5-D837-B982-3422-C604B345783A}"/>
              </a:ext>
            </a:extLst>
          </p:cNvPr>
          <p:cNvSpPr>
            <a:spLocks noGrp="1"/>
          </p:cNvSpPr>
          <p:nvPr>
            <p:ph type="title"/>
          </p:nvPr>
        </p:nvSpPr>
        <p:spPr>
          <a:xfrm>
            <a:off x="838200" y="1"/>
            <a:ext cx="10515600" cy="895738"/>
          </a:xfrm>
        </p:spPr>
        <p:txBody>
          <a:bodyPr/>
          <a:lstStyle/>
          <a:p>
            <a:r>
              <a:rPr lang="en-US" dirty="0"/>
              <a:t>Recursive Relationship</a:t>
            </a:r>
            <a:endParaRPr lang="en-IN" dirty="0"/>
          </a:p>
        </p:txBody>
      </p:sp>
      <p:sp>
        <p:nvSpPr>
          <p:cNvPr id="3" name="Content Placeholder 2">
            <a:extLst>
              <a:ext uri="{FF2B5EF4-FFF2-40B4-BE49-F238E27FC236}">
                <a16:creationId xmlns:a16="http://schemas.microsoft.com/office/drawing/2014/main" id="{71B97A8E-4203-6492-FF8D-6ED27B2A9841}"/>
              </a:ext>
            </a:extLst>
          </p:cNvPr>
          <p:cNvSpPr>
            <a:spLocks noGrp="1"/>
          </p:cNvSpPr>
          <p:nvPr>
            <p:ph idx="1"/>
          </p:nvPr>
        </p:nvSpPr>
        <p:spPr>
          <a:xfrm>
            <a:off x="838200" y="895739"/>
            <a:ext cx="10515600" cy="5281224"/>
          </a:xfrm>
        </p:spPr>
        <p:txBody>
          <a:bodyPr/>
          <a:lstStyle/>
          <a:p>
            <a:r>
              <a:rPr lang="en-US" b="0" i="0" dirty="0">
                <a:solidFill>
                  <a:srgbClr val="273239"/>
                </a:solidFill>
                <a:effectLst/>
                <a:latin typeface="Nunito" pitchFamily="2" charset="0"/>
              </a:rPr>
              <a:t>A relationship between two entities of a similar entity type is called a </a:t>
            </a:r>
            <a:r>
              <a:rPr lang="en-US" b="1" i="0" dirty="0">
                <a:solidFill>
                  <a:srgbClr val="273239"/>
                </a:solidFill>
                <a:effectLst/>
                <a:latin typeface="Nunito" pitchFamily="2" charset="0"/>
              </a:rPr>
              <a:t>recursive</a:t>
            </a:r>
            <a:r>
              <a:rPr lang="en-US" b="0" i="0" dirty="0">
                <a:solidFill>
                  <a:srgbClr val="273239"/>
                </a:solidFill>
                <a:effectLst/>
                <a:latin typeface="Nunito" pitchFamily="2" charset="0"/>
              </a:rPr>
              <a:t> relationship. Here the same entity type participates more than once in a relationship type with a different role for each instance. In other words, a relationship has always been between occurrences in two different entities. However, the same entity can participate in the relationship. This is termed a </a:t>
            </a:r>
            <a:r>
              <a:rPr lang="en-US" b="1" i="0" dirty="0">
                <a:solidFill>
                  <a:srgbClr val="273239"/>
                </a:solidFill>
                <a:effectLst/>
                <a:latin typeface="Nunito" pitchFamily="2" charset="0"/>
              </a:rPr>
              <a:t>recursive</a:t>
            </a:r>
            <a:r>
              <a:rPr lang="en-US" b="0" i="0" dirty="0">
                <a:solidFill>
                  <a:srgbClr val="273239"/>
                </a:solidFill>
                <a:effectLst/>
                <a:latin typeface="Nunito" pitchFamily="2" charset="0"/>
              </a:rPr>
              <a:t> relationship. </a:t>
            </a:r>
            <a:endParaRPr lang="en-IN" dirty="0"/>
          </a:p>
        </p:txBody>
      </p:sp>
      <p:pic>
        <p:nvPicPr>
          <p:cNvPr id="1026" name="Picture 2" descr="Lightbox">
            <a:extLst>
              <a:ext uri="{FF2B5EF4-FFF2-40B4-BE49-F238E27FC236}">
                <a16:creationId xmlns:a16="http://schemas.microsoft.com/office/drawing/2014/main" id="{127A71ED-48D8-90C2-BB68-5C8AB944A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1199" y="3793186"/>
            <a:ext cx="3777732" cy="1777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293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7C4F4-1202-2EE0-32C5-6443BAB3FF21}"/>
              </a:ext>
            </a:extLst>
          </p:cNvPr>
          <p:cNvSpPr>
            <a:spLocks noGrp="1"/>
          </p:cNvSpPr>
          <p:nvPr>
            <p:ph type="title"/>
          </p:nvPr>
        </p:nvSpPr>
        <p:spPr/>
        <p:txBody>
          <a:bodyPr/>
          <a:lstStyle/>
          <a:p>
            <a:r>
              <a:rPr lang="en-US" dirty="0"/>
              <a:t>Structural Constraints of Relationship</a:t>
            </a:r>
            <a:endParaRPr lang="en-IN" dirty="0"/>
          </a:p>
        </p:txBody>
      </p:sp>
      <p:sp>
        <p:nvSpPr>
          <p:cNvPr id="3" name="Content Placeholder 2">
            <a:extLst>
              <a:ext uri="{FF2B5EF4-FFF2-40B4-BE49-F238E27FC236}">
                <a16:creationId xmlns:a16="http://schemas.microsoft.com/office/drawing/2014/main" id="{B6E2DAEB-13A6-99A2-CC2D-F809BE4BACA5}"/>
              </a:ext>
            </a:extLst>
          </p:cNvPr>
          <p:cNvSpPr>
            <a:spLocks noGrp="1"/>
          </p:cNvSpPr>
          <p:nvPr>
            <p:ph idx="1"/>
          </p:nvPr>
        </p:nvSpPr>
        <p:spPr>
          <a:xfrm>
            <a:off x="838200" y="1690688"/>
            <a:ext cx="10515600" cy="4351338"/>
          </a:xfrm>
        </p:spPr>
        <p:txBody>
          <a:bodyPr>
            <a:normAutofit fontScale="92500" lnSpcReduction="10000"/>
          </a:bodyPr>
          <a:lstStyle/>
          <a:p>
            <a:r>
              <a:rPr lang="en-US" b="0" i="0" dirty="0">
                <a:solidFill>
                  <a:srgbClr val="273239"/>
                </a:solidFill>
                <a:effectLst/>
                <a:latin typeface="Nunito" pitchFamily="2" charset="0"/>
              </a:rPr>
              <a:t>To understand Structural Constraints, we must take a look at Cardinality Ratios and Participation Constraints.</a:t>
            </a:r>
          </a:p>
          <a:p>
            <a:r>
              <a:rPr lang="en-US" b="0" i="0" dirty="0">
                <a:solidFill>
                  <a:srgbClr val="273239"/>
                </a:solidFill>
                <a:effectLst/>
                <a:latin typeface="Nunito" pitchFamily="2" charset="0"/>
              </a:rPr>
              <a:t> </a:t>
            </a:r>
            <a:r>
              <a:rPr lang="en-US" b="1" i="0" dirty="0">
                <a:solidFill>
                  <a:srgbClr val="273239"/>
                </a:solidFill>
                <a:effectLst/>
                <a:latin typeface="Nunito" pitchFamily="2" charset="0"/>
              </a:rPr>
              <a:t>Cardinality Ratios of relationships :</a:t>
            </a:r>
            <a:r>
              <a:rPr lang="en-US" b="0" i="0" dirty="0">
                <a:solidFill>
                  <a:srgbClr val="273239"/>
                </a:solidFill>
                <a:effectLst/>
                <a:latin typeface="Nunito" pitchFamily="2" charset="0"/>
              </a:rPr>
              <a:t> The entities are denoted by rectangle and relationships by diamond.</a:t>
            </a:r>
          </a:p>
          <a:p>
            <a:endParaRPr lang="en-US" b="0" i="0" dirty="0">
              <a:solidFill>
                <a:srgbClr val="273239"/>
              </a:solidFill>
              <a:effectLst/>
              <a:latin typeface="Nunito" pitchFamily="2" charset="0"/>
            </a:endParaRPr>
          </a:p>
          <a:p>
            <a:endParaRPr lang="en-US" dirty="0">
              <a:solidFill>
                <a:srgbClr val="273239"/>
              </a:solidFill>
              <a:latin typeface="Nunito" pitchFamily="2" charset="0"/>
            </a:endParaRP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There are numbers (represented by M and N) written above the lines which connect relationships and entities. These are called cardinality ratios. These represent the maximum number of entities that can be associated with each other through relationship, R. </a:t>
            </a:r>
            <a:endParaRPr lang="en-IN" dirty="0"/>
          </a:p>
        </p:txBody>
      </p:sp>
      <p:pic>
        <p:nvPicPr>
          <p:cNvPr id="3074" name="Picture 2" descr="Lightbox">
            <a:extLst>
              <a:ext uri="{FF2B5EF4-FFF2-40B4-BE49-F238E27FC236}">
                <a16:creationId xmlns:a16="http://schemas.microsoft.com/office/drawing/2014/main" id="{1DBE1B86-8300-950E-C9CC-6E2D7D90BD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9626" y="3360738"/>
            <a:ext cx="4686300" cy="78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1570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ightbox">
            <a:extLst>
              <a:ext uri="{FF2B5EF4-FFF2-40B4-BE49-F238E27FC236}">
                <a16:creationId xmlns:a16="http://schemas.microsoft.com/office/drawing/2014/main" id="{FFFBD7B8-56B9-D425-689B-5DB5D03A1A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1294" y="1197607"/>
            <a:ext cx="7162800" cy="51625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2438D5C-4A4C-9090-A70E-862765646845}"/>
              </a:ext>
            </a:extLst>
          </p:cNvPr>
          <p:cNvSpPr txBox="1"/>
          <p:nvPr/>
        </p:nvSpPr>
        <p:spPr>
          <a:xfrm>
            <a:off x="566835" y="497843"/>
            <a:ext cx="6097554" cy="646331"/>
          </a:xfrm>
          <a:prstGeom prst="rect">
            <a:avLst/>
          </a:prstGeom>
          <a:noFill/>
        </p:spPr>
        <p:txBody>
          <a:bodyPr wrap="square">
            <a:spAutoFit/>
          </a:bodyPr>
          <a:lstStyle/>
          <a:p>
            <a:r>
              <a:rPr lang="en-US" b="0" i="0" dirty="0">
                <a:effectLst/>
                <a:latin typeface="Nunito" pitchFamily="2" charset="0"/>
              </a:rPr>
              <a:t> </a:t>
            </a:r>
            <a:r>
              <a:rPr lang="en-US" b="1" i="0" dirty="0">
                <a:effectLst/>
                <a:latin typeface="Nunito" pitchFamily="2" charset="0"/>
              </a:rPr>
              <a:t>Types of Cardinality :</a:t>
            </a:r>
            <a:r>
              <a:rPr lang="en-US" b="0" i="0" dirty="0">
                <a:effectLst/>
                <a:latin typeface="Nunito" pitchFamily="2" charset="0"/>
              </a:rPr>
              <a:t> There can be 4 types of cardinality –</a:t>
            </a:r>
            <a:endParaRPr lang="en-IN" dirty="0"/>
          </a:p>
        </p:txBody>
      </p:sp>
    </p:spTree>
    <p:extLst>
      <p:ext uri="{BB962C8B-B14F-4D97-AF65-F5344CB8AC3E}">
        <p14:creationId xmlns:p14="http://schemas.microsoft.com/office/powerpoint/2010/main" val="3925310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97FEC-6BB6-8EBD-74DD-635A92B73F9B}"/>
              </a:ext>
            </a:extLst>
          </p:cNvPr>
          <p:cNvSpPr>
            <a:spLocks noGrp="1"/>
          </p:cNvSpPr>
          <p:nvPr>
            <p:ph idx="1"/>
          </p:nvPr>
        </p:nvSpPr>
        <p:spPr>
          <a:xfrm>
            <a:off x="838200" y="653143"/>
            <a:ext cx="10515600" cy="5523820"/>
          </a:xfrm>
        </p:spPr>
        <p:txBody>
          <a:bodyPr>
            <a:normAutofit fontScale="92500" lnSpcReduction="10000"/>
          </a:bodyPr>
          <a:lstStyle/>
          <a:p>
            <a:pPr algn="l" fontAlgn="base">
              <a:buFont typeface="+mj-lt"/>
              <a:buAutoNum type="arabicPeriod"/>
            </a:pPr>
            <a:r>
              <a:rPr lang="en-US" b="1" i="0" dirty="0">
                <a:solidFill>
                  <a:srgbClr val="273239"/>
                </a:solidFill>
                <a:effectLst/>
                <a:latin typeface="Nunito" pitchFamily="2" charset="0"/>
              </a:rPr>
              <a:t>One-to-one (1:1) –</a:t>
            </a:r>
            <a:r>
              <a:rPr lang="en-US" b="0" i="0" dirty="0">
                <a:solidFill>
                  <a:srgbClr val="273239"/>
                </a:solidFill>
                <a:effectLst/>
                <a:latin typeface="Nunito" pitchFamily="2" charset="0"/>
              </a:rPr>
              <a:t> When one entity in each entity set takes part at most once in the relationship, the cardinality is one-to-one.</a:t>
            </a:r>
          </a:p>
          <a:p>
            <a:pPr marL="0" indent="0" algn="l" fontAlgn="base">
              <a:buNone/>
            </a:pPr>
            <a:endParaRPr lang="en-US" b="0" i="0" dirty="0">
              <a:solidFill>
                <a:srgbClr val="273239"/>
              </a:solidFill>
              <a:effectLst/>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algn="l" fontAlgn="base">
              <a:buFont typeface="+mj-lt"/>
              <a:buAutoNum type="arabicPeriod"/>
            </a:pPr>
            <a:endParaRPr lang="en-US" b="1" dirty="0">
              <a:solidFill>
                <a:srgbClr val="273239"/>
              </a:solidFill>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algn="l" fontAlgn="base">
              <a:buFont typeface="+mj-lt"/>
              <a:buAutoNum type="arabicPeriod"/>
            </a:pPr>
            <a:endParaRPr lang="en-US" b="1" dirty="0">
              <a:solidFill>
                <a:srgbClr val="273239"/>
              </a:solidFill>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marL="0" indent="0" fontAlgn="base">
              <a:buNone/>
            </a:pPr>
            <a:r>
              <a:rPr lang="en-US" b="1" i="0" dirty="0">
                <a:solidFill>
                  <a:srgbClr val="273239"/>
                </a:solidFill>
                <a:effectLst/>
                <a:latin typeface="Nunito" pitchFamily="2" charset="0"/>
              </a:rPr>
              <a:t>2.One-to-many (1: N) –</a:t>
            </a:r>
            <a:r>
              <a:rPr lang="en-US" b="0" i="0" dirty="0">
                <a:solidFill>
                  <a:srgbClr val="273239"/>
                </a:solidFill>
                <a:effectLst/>
                <a:latin typeface="Nunito" pitchFamily="2" charset="0"/>
              </a:rPr>
              <a:t> If entities in the first entity set take part in the relationship set at most once and entities in the second entity set take part many times (at least twice), the cardinality is said to be one-to-many.</a:t>
            </a:r>
          </a:p>
          <a:p>
            <a:pPr marL="0" indent="0" algn="l" fontAlgn="base">
              <a:buNone/>
            </a:pPr>
            <a:endParaRPr lang="en-US" b="1" dirty="0">
              <a:solidFill>
                <a:srgbClr val="273239"/>
              </a:solidFill>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algn="l" fontAlgn="base">
              <a:buFont typeface="+mj-lt"/>
              <a:buAutoNum type="arabicPeriod"/>
            </a:pPr>
            <a:endParaRPr lang="en-US" b="1" i="0" dirty="0">
              <a:solidFill>
                <a:srgbClr val="273239"/>
              </a:solidFill>
              <a:effectLst/>
              <a:latin typeface="Nunito" pitchFamily="2" charset="0"/>
            </a:endParaRPr>
          </a:p>
          <a:p>
            <a:pPr algn="l" fontAlgn="base">
              <a:buFont typeface="+mj-lt"/>
              <a:buAutoNum type="arabicPeriod"/>
            </a:pPr>
            <a:endParaRPr lang="en-US" b="1" dirty="0">
              <a:solidFill>
                <a:srgbClr val="273239"/>
              </a:solidFill>
              <a:latin typeface="Nunito" pitchFamily="2" charset="0"/>
            </a:endParaRPr>
          </a:p>
          <a:p>
            <a:endParaRPr lang="en-IN" dirty="0"/>
          </a:p>
        </p:txBody>
      </p:sp>
      <p:pic>
        <p:nvPicPr>
          <p:cNvPr id="5" name="Picture 4">
            <a:extLst>
              <a:ext uri="{FF2B5EF4-FFF2-40B4-BE49-F238E27FC236}">
                <a16:creationId xmlns:a16="http://schemas.microsoft.com/office/drawing/2014/main" id="{840E974B-38D8-AE4B-7324-3DEEBAB3D1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731" y="1466443"/>
            <a:ext cx="5589035" cy="3029373"/>
          </a:xfrm>
          <a:prstGeom prst="rect">
            <a:avLst/>
          </a:prstGeom>
        </p:spPr>
      </p:pic>
    </p:spTree>
    <p:extLst>
      <p:ext uri="{BB962C8B-B14F-4D97-AF65-F5344CB8AC3E}">
        <p14:creationId xmlns:p14="http://schemas.microsoft.com/office/powerpoint/2010/main" val="33795682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3DFD8-3CEB-B54D-281D-130A8BFD8DD3}"/>
              </a:ext>
            </a:extLst>
          </p:cNvPr>
          <p:cNvSpPr>
            <a:spLocks noGrp="1"/>
          </p:cNvSpPr>
          <p:nvPr>
            <p:ph idx="1"/>
          </p:nvPr>
        </p:nvSpPr>
        <p:spPr>
          <a:xfrm>
            <a:off x="838200" y="363894"/>
            <a:ext cx="10515600" cy="5813069"/>
          </a:xfrm>
        </p:spPr>
        <p:txBody>
          <a:bodyPr/>
          <a:lstStyle/>
          <a:p>
            <a:pPr marL="0" indent="0" algn="l" fontAlgn="base">
              <a:buNone/>
            </a:pPr>
            <a:r>
              <a:rPr lang="en-US" b="1" i="0" dirty="0">
                <a:solidFill>
                  <a:srgbClr val="273239"/>
                </a:solidFill>
                <a:effectLst/>
                <a:latin typeface="Nunito" pitchFamily="2" charset="0"/>
              </a:rPr>
              <a:t>3.Many-to-one (N:1) –</a:t>
            </a:r>
            <a:r>
              <a:rPr lang="en-US" b="0" i="0" dirty="0">
                <a:solidFill>
                  <a:srgbClr val="273239"/>
                </a:solidFill>
                <a:effectLst/>
                <a:latin typeface="Nunito" pitchFamily="2" charset="0"/>
              </a:rPr>
              <a:t> If entities in the first entity set take part in the relationship set many times (at least twice), while entities in the second entity set take part at most once, the cardinality is said to be many-to-one.</a:t>
            </a:r>
          </a:p>
          <a:p>
            <a:pPr marL="0" indent="0" algn="l" fontAlgn="base">
              <a:buNone/>
            </a:pPr>
            <a:r>
              <a:rPr lang="en-US" b="1" i="0" dirty="0">
                <a:solidFill>
                  <a:srgbClr val="273239"/>
                </a:solidFill>
                <a:effectLst/>
                <a:latin typeface="Nunito" pitchFamily="2" charset="0"/>
              </a:rPr>
              <a:t>4.Many-to-many (M: N) –</a:t>
            </a:r>
            <a:r>
              <a:rPr lang="en-US" b="0" i="0" dirty="0">
                <a:solidFill>
                  <a:srgbClr val="273239"/>
                </a:solidFill>
                <a:effectLst/>
                <a:latin typeface="Nunito" pitchFamily="2" charset="0"/>
              </a:rPr>
              <a:t> The cardinality is said to be many to many if entities in both the entity sets take part many times (at least twice) in the relationship set.</a:t>
            </a:r>
          </a:p>
          <a:p>
            <a:endParaRPr lang="en-IN" dirty="0"/>
          </a:p>
        </p:txBody>
      </p:sp>
      <p:pic>
        <p:nvPicPr>
          <p:cNvPr id="5" name="Picture 4">
            <a:extLst>
              <a:ext uri="{FF2B5EF4-FFF2-40B4-BE49-F238E27FC236}">
                <a16:creationId xmlns:a16="http://schemas.microsoft.com/office/drawing/2014/main" id="{DB8A535D-D495-3215-7472-ECFA87D03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1740" y="3429000"/>
            <a:ext cx="5131836" cy="3065106"/>
          </a:xfrm>
          <a:prstGeom prst="rect">
            <a:avLst/>
          </a:prstGeom>
        </p:spPr>
      </p:pic>
    </p:spTree>
    <p:extLst>
      <p:ext uri="{BB962C8B-B14F-4D97-AF65-F5344CB8AC3E}">
        <p14:creationId xmlns:p14="http://schemas.microsoft.com/office/powerpoint/2010/main" val="13074954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8DE715-1249-7E28-8B60-AB097D89605F}"/>
              </a:ext>
            </a:extLst>
          </p:cNvPr>
          <p:cNvSpPr>
            <a:spLocks noGrp="1"/>
          </p:cNvSpPr>
          <p:nvPr>
            <p:ph idx="1"/>
          </p:nvPr>
        </p:nvSpPr>
        <p:spPr>
          <a:xfrm>
            <a:off x="838200" y="177282"/>
            <a:ext cx="10515600" cy="5999681"/>
          </a:xfrm>
        </p:spPr>
        <p:txBody>
          <a:bodyPr/>
          <a:lstStyle/>
          <a:p>
            <a:r>
              <a:rPr lang="en-US" b="0" i="0" dirty="0">
                <a:solidFill>
                  <a:srgbClr val="000000"/>
                </a:solidFill>
                <a:effectLst/>
              </a:rPr>
              <a:t>Participation Constraints and Existence Dependencies. The </a:t>
            </a:r>
            <a:r>
              <a:rPr lang="en-US" b="1" i="0" dirty="0">
                <a:solidFill>
                  <a:srgbClr val="000000"/>
                </a:solidFill>
                <a:effectLst/>
              </a:rPr>
              <a:t>participation constraint </a:t>
            </a:r>
            <a:r>
              <a:rPr lang="en-US" b="0" i="0" dirty="0">
                <a:solidFill>
                  <a:srgbClr val="000000"/>
                </a:solidFill>
                <a:effectLst/>
              </a:rPr>
              <a:t>specifies whether the existence of an entity depends on its being related to another entity via the relationship type. This constraint specifies the minimum number of relationship instances that each entity can participate in and is sometimes called the</a:t>
            </a:r>
            <a:r>
              <a:rPr lang="en-US" b="1" i="0" dirty="0">
                <a:solidFill>
                  <a:srgbClr val="000000"/>
                </a:solidFill>
                <a:effectLst/>
              </a:rPr>
              <a:t> minimum cardinality constraint.</a:t>
            </a:r>
            <a:r>
              <a:rPr lang="en-US" b="0" i="0" dirty="0">
                <a:solidFill>
                  <a:srgbClr val="000000"/>
                </a:solidFill>
                <a:effectLst/>
              </a:rPr>
              <a:t> There are two types of participation constraints—total and partial—that we illustrate by example. </a:t>
            </a:r>
            <a:endParaRPr lang="en-US" dirty="0">
              <a:effectLst/>
            </a:endParaRPr>
          </a:p>
          <a:p>
            <a:r>
              <a:rPr lang="en-US" b="1" i="0" dirty="0">
                <a:solidFill>
                  <a:srgbClr val="273239"/>
                </a:solidFill>
                <a:effectLst/>
                <a:latin typeface="Nunito" pitchFamily="2" charset="0"/>
              </a:rPr>
              <a:t>Participation Constraints :</a:t>
            </a:r>
            <a:r>
              <a:rPr lang="en-US" b="0" i="0" dirty="0">
                <a:solidFill>
                  <a:srgbClr val="273239"/>
                </a:solidFill>
                <a:effectLst/>
                <a:latin typeface="Nunito" pitchFamily="2" charset="0"/>
              </a:rPr>
              <a:t> Participation Constraints tell us that the participation in a relationship can either be total or partial.</a:t>
            </a:r>
            <a:endParaRPr lang="en-IN" dirty="0"/>
          </a:p>
        </p:txBody>
      </p:sp>
    </p:spTree>
    <p:extLst>
      <p:ext uri="{BB962C8B-B14F-4D97-AF65-F5344CB8AC3E}">
        <p14:creationId xmlns:p14="http://schemas.microsoft.com/office/powerpoint/2010/main" val="4019938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ightbox">
            <a:extLst>
              <a:ext uri="{FF2B5EF4-FFF2-40B4-BE49-F238E27FC236}">
                <a16:creationId xmlns:a16="http://schemas.microsoft.com/office/drawing/2014/main" id="{2CA7DD2E-D11E-D37E-0205-BDBE8A7F51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3767" y="282639"/>
            <a:ext cx="7067550" cy="2447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20EB73-6605-1512-0E2E-0975809E1837}"/>
              </a:ext>
            </a:extLst>
          </p:cNvPr>
          <p:cNvSpPr txBox="1"/>
          <p:nvPr/>
        </p:nvSpPr>
        <p:spPr>
          <a:xfrm>
            <a:off x="1138335" y="2828836"/>
            <a:ext cx="10300996" cy="3046988"/>
          </a:xfrm>
          <a:prstGeom prst="rect">
            <a:avLst/>
          </a:prstGeom>
          <a:noFill/>
        </p:spPr>
        <p:txBody>
          <a:bodyPr wrap="square">
            <a:spAutoFit/>
          </a:bodyPr>
          <a:lstStyle/>
          <a:p>
            <a:r>
              <a:rPr lang="en-US" sz="2400" b="0" i="0" dirty="0">
                <a:solidFill>
                  <a:srgbClr val="273239"/>
                </a:solidFill>
                <a:effectLst/>
              </a:rPr>
              <a:t>When each entity in an entity set participates in a relation, it is called </a:t>
            </a:r>
            <a:r>
              <a:rPr lang="en-US" sz="2400" b="0" i="1" dirty="0">
                <a:solidFill>
                  <a:srgbClr val="273239"/>
                </a:solidFill>
                <a:effectLst/>
              </a:rPr>
              <a:t>Total Participation</a:t>
            </a:r>
            <a:r>
              <a:rPr lang="en-US" sz="2400" b="0" i="0" dirty="0">
                <a:solidFill>
                  <a:srgbClr val="273239"/>
                </a:solidFill>
                <a:effectLst/>
              </a:rPr>
              <a:t>. However, when all entities in the given entity set do not participate in a relation, it is called </a:t>
            </a:r>
            <a:r>
              <a:rPr lang="en-US" sz="2400" b="0" i="1" dirty="0">
                <a:solidFill>
                  <a:srgbClr val="273239"/>
                </a:solidFill>
                <a:effectLst/>
              </a:rPr>
              <a:t>Partial Participation</a:t>
            </a:r>
            <a:r>
              <a:rPr lang="en-US" sz="2400" b="0" i="0" dirty="0">
                <a:solidFill>
                  <a:srgbClr val="273239"/>
                </a:solidFill>
                <a:effectLst/>
              </a:rPr>
              <a:t>. </a:t>
            </a:r>
          </a:p>
          <a:p>
            <a:r>
              <a:rPr lang="en-US" sz="2400" b="1" i="0" dirty="0">
                <a:solidFill>
                  <a:srgbClr val="273239"/>
                </a:solidFill>
                <a:effectLst/>
              </a:rPr>
              <a:t>Structural Constraints :</a:t>
            </a:r>
            <a:r>
              <a:rPr lang="en-US" sz="2400" b="0" i="0" dirty="0">
                <a:solidFill>
                  <a:srgbClr val="273239"/>
                </a:solidFill>
                <a:effectLst/>
              </a:rPr>
              <a:t> Structural Constraints are also called Structural properties of a database management system (DBMS). Cardinality Ratios and Participation Constraints taken together are called Structural Constraints. The name constraints refer to the fact that such limitations must be imposed on the data, for the DBMS system to be consistent with the requirements.</a:t>
            </a:r>
            <a:endParaRPr lang="en-IN" sz="2400" dirty="0"/>
          </a:p>
        </p:txBody>
      </p:sp>
      <p:pic>
        <p:nvPicPr>
          <p:cNvPr id="6148" name="Picture 4" descr="Lightbox">
            <a:extLst>
              <a:ext uri="{FF2B5EF4-FFF2-40B4-BE49-F238E27FC236}">
                <a16:creationId xmlns:a16="http://schemas.microsoft.com/office/drawing/2014/main" id="{A196ECCC-B463-C827-0424-7BA898B98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5552" y="5794311"/>
            <a:ext cx="5388040" cy="78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189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8E308-2489-58DA-554C-593DB335E93B}"/>
              </a:ext>
            </a:extLst>
          </p:cNvPr>
          <p:cNvSpPr>
            <a:spLocks noGrp="1"/>
          </p:cNvSpPr>
          <p:nvPr>
            <p:ph idx="1"/>
          </p:nvPr>
        </p:nvSpPr>
        <p:spPr>
          <a:xfrm>
            <a:off x="838200" y="345233"/>
            <a:ext cx="10515600" cy="5831730"/>
          </a:xfrm>
        </p:spPr>
        <p:txBody>
          <a:bodyPr/>
          <a:lstStyle/>
          <a:p>
            <a:r>
              <a:rPr lang="en-US" b="0" i="0" dirty="0">
                <a:solidFill>
                  <a:srgbClr val="273239"/>
                </a:solidFill>
                <a:effectLst/>
              </a:rPr>
              <a:t>The Structural constraints are represented by </a:t>
            </a:r>
            <a:r>
              <a:rPr lang="en-US" b="1" i="0" dirty="0">
                <a:solidFill>
                  <a:srgbClr val="273239"/>
                </a:solidFill>
                <a:effectLst/>
              </a:rPr>
              <a:t>Min-Max notation</a:t>
            </a:r>
            <a:r>
              <a:rPr lang="en-US" b="0" i="0" dirty="0">
                <a:solidFill>
                  <a:srgbClr val="273239"/>
                </a:solidFill>
                <a:effectLst/>
              </a:rPr>
              <a:t>. This is a pair of numbers(m, n) that appear on the connecting line between the entities and their relationships. The minimum number of times an entity can appear in a relation is represented by m whereas, the maximum time it is available is denoted by n. If m is 0 it signifies that the entity is participating in the relation partially, whereas, if m is either greater than or equal to 1, it denotes total participation of the entity</a:t>
            </a:r>
            <a:endParaRPr lang="en-IN" dirty="0"/>
          </a:p>
        </p:txBody>
      </p:sp>
    </p:spTree>
    <p:extLst>
      <p:ext uri="{BB962C8B-B14F-4D97-AF65-F5344CB8AC3E}">
        <p14:creationId xmlns:p14="http://schemas.microsoft.com/office/powerpoint/2010/main" val="10421876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0419-DC7E-721E-0EBE-F48F5D01EEA0}"/>
              </a:ext>
            </a:extLst>
          </p:cNvPr>
          <p:cNvSpPr>
            <a:spLocks noGrp="1"/>
          </p:cNvSpPr>
          <p:nvPr>
            <p:ph type="title"/>
          </p:nvPr>
        </p:nvSpPr>
        <p:spPr/>
        <p:txBody>
          <a:bodyPr/>
          <a:lstStyle/>
          <a:p>
            <a:r>
              <a:rPr lang="en-US" dirty="0"/>
              <a:t>Weak Entity</a:t>
            </a:r>
            <a:endParaRPr lang="en-IN" dirty="0"/>
          </a:p>
        </p:txBody>
      </p:sp>
      <p:sp>
        <p:nvSpPr>
          <p:cNvPr id="3" name="Content Placeholder 2">
            <a:extLst>
              <a:ext uri="{FF2B5EF4-FFF2-40B4-BE49-F238E27FC236}">
                <a16:creationId xmlns:a16="http://schemas.microsoft.com/office/drawing/2014/main" id="{439BBED9-16FF-D6BF-D60B-CF94F5C7787D}"/>
              </a:ext>
            </a:extLst>
          </p:cNvPr>
          <p:cNvSpPr>
            <a:spLocks noGrp="1"/>
          </p:cNvSpPr>
          <p:nvPr>
            <p:ph idx="1"/>
          </p:nvPr>
        </p:nvSpPr>
        <p:spPr/>
        <p:txBody>
          <a:bodyPr/>
          <a:lstStyle/>
          <a:p>
            <a:r>
              <a:rPr lang="en-US" dirty="0">
                <a:solidFill>
                  <a:srgbClr val="202122"/>
                </a:solidFill>
                <a:latin typeface="Arial" panose="020B0604020202020204" pitchFamily="34" charset="0"/>
              </a:rPr>
              <a:t>A </a:t>
            </a:r>
            <a:r>
              <a:rPr lang="en-US" b="1" i="0" dirty="0">
                <a:solidFill>
                  <a:srgbClr val="202122"/>
                </a:solidFill>
                <a:effectLst/>
                <a:latin typeface="Arial" panose="020B0604020202020204" pitchFamily="34" charset="0"/>
              </a:rPr>
              <a:t>weak entity</a:t>
            </a:r>
            <a:r>
              <a:rPr lang="en-US" b="0" i="0" dirty="0">
                <a:solidFill>
                  <a:srgbClr val="202122"/>
                </a:solidFill>
                <a:effectLst/>
                <a:latin typeface="Arial" panose="020B0604020202020204" pitchFamily="34" charset="0"/>
              </a:rPr>
              <a:t> is an entity that cannot be uniquely identified by its attributes alone; therefore, it must use a </a:t>
            </a:r>
            <a:r>
              <a:rPr lang="en-US" b="0" i="0" strike="noStrike" dirty="0">
                <a:effectLst/>
                <a:latin typeface="Arial" panose="020B0604020202020204" pitchFamily="34" charset="0"/>
                <a:hlinkClick r:id="rId2" tooltip="Foreign key">
                  <a:extLst>
                    <a:ext uri="{A12FA001-AC4F-418D-AE19-62706E023703}">
                      <ahyp:hlinkClr xmlns:ahyp="http://schemas.microsoft.com/office/drawing/2018/hyperlinkcolor" val="tx"/>
                    </a:ext>
                  </a:extLst>
                </a:hlinkClick>
              </a:rPr>
              <a:t>foreign key</a:t>
            </a:r>
            <a:r>
              <a:rPr lang="en-US" b="0" i="0" dirty="0">
                <a:solidFill>
                  <a:srgbClr val="202122"/>
                </a:solidFill>
                <a:effectLst/>
                <a:latin typeface="Arial" panose="020B0604020202020204" pitchFamily="34" charset="0"/>
              </a:rPr>
              <a:t> in conjunction with its attributes to create a </a:t>
            </a:r>
            <a:r>
              <a:rPr lang="en-US" b="0" i="0" u="sng" dirty="0">
                <a:effectLst/>
                <a:latin typeface="Arial" panose="020B0604020202020204" pitchFamily="34" charset="0"/>
                <a:hlinkClick r:id="rId3">
                  <a:extLst>
                    <a:ext uri="{A12FA001-AC4F-418D-AE19-62706E023703}">
                      <ahyp:hlinkClr xmlns:ahyp="http://schemas.microsoft.com/office/drawing/2018/hyperlinkcolor" val="tx"/>
                    </a:ext>
                  </a:extLst>
                </a:hlinkClick>
              </a:rPr>
              <a:t>primary key</a:t>
            </a:r>
            <a:endParaRPr lang="en-US" b="0" i="0" u="sng" dirty="0">
              <a:effectLst/>
              <a:latin typeface="Arial" panose="020B0604020202020204" pitchFamily="34" charset="0"/>
            </a:endParaRPr>
          </a:p>
          <a:p>
            <a:r>
              <a:rPr lang="en-US" b="0" i="0" dirty="0">
                <a:solidFill>
                  <a:srgbClr val="000000"/>
                </a:solidFill>
                <a:effectLst/>
              </a:rPr>
              <a:t>For example, a DRIVER_LICENSE entity cannot exist unless it is related to a PERSON entity, even though it has its own key (</a:t>
            </a:r>
            <a:r>
              <a:rPr lang="en-US" b="0" i="0" dirty="0" err="1">
                <a:solidFill>
                  <a:srgbClr val="000000"/>
                </a:solidFill>
                <a:effectLst/>
              </a:rPr>
              <a:t>License_number</a:t>
            </a:r>
            <a:r>
              <a:rPr lang="en-US" b="0" i="0" dirty="0">
                <a:solidFill>
                  <a:srgbClr val="000000"/>
                </a:solidFill>
                <a:effectLst/>
              </a:rPr>
              <a:t>) and hence this has become weak entity</a:t>
            </a:r>
            <a:endParaRPr lang="en-US" dirty="0">
              <a:effectLst/>
            </a:endParaRPr>
          </a:p>
          <a:p>
            <a:endParaRPr lang="en-IN" dirty="0"/>
          </a:p>
        </p:txBody>
      </p:sp>
    </p:spTree>
    <p:extLst>
      <p:ext uri="{BB962C8B-B14F-4D97-AF65-F5344CB8AC3E}">
        <p14:creationId xmlns:p14="http://schemas.microsoft.com/office/powerpoint/2010/main" val="6494332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BF04-83DF-C499-4ECB-45835DD5C5AA}"/>
              </a:ext>
            </a:extLst>
          </p:cNvPr>
          <p:cNvSpPr>
            <a:spLocks noGrp="1"/>
          </p:cNvSpPr>
          <p:nvPr>
            <p:ph type="title"/>
          </p:nvPr>
        </p:nvSpPr>
        <p:spPr>
          <a:xfrm>
            <a:off x="838200" y="365126"/>
            <a:ext cx="10515600" cy="689234"/>
          </a:xfrm>
        </p:spPr>
        <p:txBody>
          <a:bodyPr>
            <a:normAutofit fontScale="90000"/>
          </a:bodyPr>
          <a:lstStyle/>
          <a:p>
            <a:r>
              <a:rPr lang="en-US" dirty="0"/>
              <a:t>ER Diagram</a:t>
            </a:r>
            <a:endParaRPr lang="en-IN" dirty="0"/>
          </a:p>
        </p:txBody>
      </p:sp>
      <p:pic>
        <p:nvPicPr>
          <p:cNvPr id="5" name="Content Placeholder 4">
            <a:extLst>
              <a:ext uri="{FF2B5EF4-FFF2-40B4-BE49-F238E27FC236}">
                <a16:creationId xmlns:a16="http://schemas.microsoft.com/office/drawing/2014/main" id="{48D6EE0F-80DE-1DDF-205E-5C13E4E296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8817" y="1017036"/>
            <a:ext cx="4917232" cy="5122603"/>
          </a:xfrm>
        </p:spPr>
      </p:pic>
    </p:spTree>
    <p:extLst>
      <p:ext uri="{BB962C8B-B14F-4D97-AF65-F5344CB8AC3E}">
        <p14:creationId xmlns:p14="http://schemas.microsoft.com/office/powerpoint/2010/main" val="4270695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3606</TotalTime>
  <Words>4510</Words>
  <Application>Microsoft Office PowerPoint</Application>
  <PresentationFormat>Widescreen</PresentationFormat>
  <Paragraphs>237</Paragraphs>
  <Slides>53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__Source_Sans_Pro_fa6df0</vt:lpstr>
      <vt:lpstr>Arial</vt:lpstr>
      <vt:lpstr>Calibri</vt:lpstr>
      <vt:lpstr>Calibri Light</vt:lpstr>
      <vt:lpstr>erdana</vt:lpstr>
      <vt:lpstr>inter-bold</vt:lpstr>
      <vt:lpstr>inter-regular</vt:lpstr>
      <vt:lpstr>Nunito</vt:lpstr>
      <vt:lpstr>Office Theme</vt:lpstr>
      <vt:lpstr>Chapter 3</vt:lpstr>
      <vt:lpstr>CONCEPTUAL DATA MODELING</vt:lpstr>
      <vt:lpstr>PowerPoint Presentation</vt:lpstr>
      <vt:lpstr> Using High-Level Conceptual Data Models for Database Design </vt:lpstr>
      <vt:lpstr>PowerPoint Presentation</vt:lpstr>
      <vt:lpstr>PowerPoint Presentation</vt:lpstr>
      <vt:lpstr>PowerPoint Presentation</vt:lpstr>
      <vt:lpstr>PowerPoint Presentation</vt:lpstr>
      <vt:lpstr>PowerPoint Presentation</vt:lpstr>
      <vt:lpstr>ER MODEL</vt:lpstr>
      <vt:lpstr>PowerPoint Presentation</vt:lpstr>
      <vt:lpstr>ENTITY AND ATTRIBUTE</vt:lpstr>
      <vt:lpstr>PowerPoint Presentation</vt:lpstr>
      <vt:lpstr>PowerPoint Presentation</vt:lpstr>
      <vt:lpstr>Composite versus Simple (Atomic) Attributes </vt:lpstr>
      <vt:lpstr>PowerPoint Presentation</vt:lpstr>
      <vt:lpstr>Single-Valued versus Multivalued Attributes </vt:lpstr>
      <vt:lpstr>PowerPoint Presentation</vt:lpstr>
      <vt:lpstr>Stored versus Derived Attributes </vt:lpstr>
      <vt:lpstr>NULL Values</vt:lpstr>
      <vt:lpstr>PowerPoint Presentation</vt:lpstr>
      <vt:lpstr>Entity Types, Entity Sets, Keys, and Value Sets </vt:lpstr>
      <vt:lpstr>PowerPoint Presentation</vt:lpstr>
      <vt:lpstr>Key attribute</vt:lpstr>
      <vt:lpstr>Primary Key </vt:lpstr>
      <vt:lpstr>Candidate key </vt:lpstr>
      <vt:lpstr>Super Key</vt:lpstr>
      <vt:lpstr>Foreign key </vt:lpstr>
      <vt:lpstr> Composite key </vt:lpstr>
      <vt:lpstr>PowerPoint Presentation</vt:lpstr>
      <vt:lpstr>PowerPoint Presentation</vt:lpstr>
      <vt:lpstr>PowerPoint Presentation</vt:lpstr>
      <vt:lpstr> Relationship Types, Sets, and Instances  </vt:lpstr>
      <vt:lpstr>PowerPoint Presentation</vt:lpstr>
      <vt:lpstr>PowerPoint Presentation</vt:lpstr>
      <vt:lpstr> Relationship Degree, Role Names, and Recursive Relationships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Recursive Relationship</vt:lpstr>
      <vt:lpstr>Structural Constraints of Relationship</vt:lpstr>
      <vt:lpstr>PowerPoint Presentation</vt:lpstr>
      <vt:lpstr>PowerPoint Presentation</vt:lpstr>
      <vt:lpstr>PowerPoint Presentation</vt:lpstr>
      <vt:lpstr>PowerPoint Presentation</vt:lpstr>
      <vt:lpstr>PowerPoint Presentation</vt:lpstr>
      <vt:lpstr>PowerPoint Presentation</vt:lpstr>
      <vt:lpstr>Weak Entity</vt:lpstr>
      <vt:lpstr>ER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priyankarukesh@gmail.com</dc:creator>
  <cp:lastModifiedBy>priyankarukesh@gmail.com</cp:lastModifiedBy>
  <cp:revision>3</cp:revision>
  <dcterms:created xsi:type="dcterms:W3CDTF">2024-03-14T03:57:58Z</dcterms:created>
  <dcterms:modified xsi:type="dcterms:W3CDTF">2024-04-01T04:15:37Z</dcterms:modified>
</cp:coreProperties>
</file>